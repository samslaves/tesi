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703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dell'arte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VQE: energia minimizzata su un circuito parametrico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5234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Crippa et al. (2021): primo esempio su dimero di spin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3872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hardware-efficient: generico, non sfrutta le simmetrie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32511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Aperto: costruire l'ansatz sulla fisica del sistema</a:t>
            </a:r>
            <a:endParaRPr lang="en-US" sz="1700" dirty="0"/>
          </a:p>
        </p:txBody>
      </p:sp>
      <p:pic>
        <p:nvPicPr>
          <p:cNvPr id="8" name="Image 0" descr="/home/claude/deck/assets/preview_s3_bullet4_ape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pic>
        <p:nvPicPr>
          <p:cNvPr id="9" name="Image 1" descr="/home/claude/deck/assets/preview_s3_bullet3_ansat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pic>
        <p:nvPicPr>
          <p:cNvPr id="10" name="Image 2" descr="/home/claude/deck/assets/preview_s3_bullet2_cripp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pic>
        <p:nvPicPr>
          <p:cNvPr id="11" name="Image 3" descr="/home/claude/deck/assets/preview_s3_bullet1_vq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θ* = argminθ ⟨ψ(θ)|H|ψ(θ)⟩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57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</cp:revision>
  <dcterms:created xsi:type="dcterms:W3CDTF">2026-09-14T12:09:56Z</dcterms:created>
  <dcterms:modified xsi:type="dcterms:W3CDTF">2026-09-14T12:38:26Z</dcterms:modified>
</cp:coreProperties>
</file>