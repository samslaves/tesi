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1236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3474720" y="1691640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Molecole magnetiche: spin localizzati accoppiati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9159088" y="1691640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di </a:t>
            </a:r>
            <a:r>
              <a:rPr lang="en-US" sz="15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</a:t>
            </a: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15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quantistica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3474720" y="3909060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5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5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proprietà</a:t>
            </a: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statiche e </a:t>
            </a:r>
            <a:r>
              <a:rPr lang="en-US" sz="15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dinamiche</a:t>
            </a:r>
            <a:endParaRPr lang="en-US" sz="1500" dirty="0"/>
          </a:p>
        </p:txBody>
      </p:sp>
      <p:pic>
        <p:nvPicPr>
          <p:cNvPr id="10" name="Image 3" descr="/home/claude/deck/assets/hilbert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754" y="4023361"/>
            <a:ext cx="2606040" cy="1713823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9159088" y="3914035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 </a:t>
            </a:r>
            <a:r>
              <a:rPr lang="en-US" sz="15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</a:t>
            </a: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</a:t>
            </a:r>
            <a:r>
              <a:rPr lang="en-US" sz="15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</a:t>
            </a: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</a:t>
            </a: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esponenzialmente</a:t>
            </a:r>
            <a:endParaRPr lang="en-US" sz="1500" dirty="0"/>
          </a:p>
        </p:txBody>
      </p:sp>
      <p:sp>
        <p:nvSpPr>
          <p:cNvPr id="12" name="Shape 6"/>
          <p:cNvSpPr/>
          <p:nvPr/>
        </p:nvSpPr>
        <p:spPr>
          <a:xfrm>
            <a:off x="640080" y="5989320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 txBox="1"/>
          <p:nvPr/>
        </p:nvSpPr>
        <p:spPr>
          <a:xfrm>
            <a:off x="640080" y="59893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dim(</a:t>
            </a:r>
            <a:r>
              <a:rPr lang="en-US" sz="24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ℋ</a:t>
            </a:r>
            <a:r>
              <a:rPr lang="en-US" sz="2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2</a:t>
            </a:r>
            <a:r>
              <a:rPr lang="en-US" sz="2400" b="1" baseline="3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3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 = numero di spin (qubit)</a:t>
            </a:r>
            <a:endParaRPr lang="en-US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6C853E2-69BB-A737-4158-C200FBF94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679" y="1640591"/>
            <a:ext cx="1991478" cy="1999476"/>
          </a:xfrm>
          <a:prstGeom prst="rect">
            <a:avLst/>
          </a:prstGeom>
        </p:spPr>
      </p:pic>
      <p:pic>
        <p:nvPicPr>
          <p:cNvPr id="17" name="Picture 16" descr="The image depicts a polar coordinate diagram with a circle, an arrow indicating direction, and a point marked at a specific position, likely illustrating complex numbers or vector direction in polar form.&#10;&#10;AI-generated content may be incorrect.">
            <a:extLst>
              <a:ext uri="{FF2B5EF4-FFF2-40B4-BE49-F238E27FC236}">
                <a16:creationId xmlns:a16="http://schemas.microsoft.com/office/drawing/2014/main" id="{827E5CC9-23E0-D692-7E01-D78C8D5ADE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2374" y="1792224"/>
            <a:ext cx="1990800" cy="1764791"/>
          </a:xfrm>
          <a:prstGeom prst="rect">
            <a:avLst/>
          </a:prstGeom>
        </p:spPr>
      </p:pic>
      <p:pic>
        <p:nvPicPr>
          <p:cNvPr id="19" name="Picture 18" descr="The diagram illustrates a phase diagram with axes for S (spin quantum number) and M (magnetic quantum number), depicting transitions between different quantum states and their corresponding energy levels.&#10;&#10;AI-generated content may be incorrect.">
            <a:extLst>
              <a:ext uri="{FF2B5EF4-FFF2-40B4-BE49-F238E27FC236}">
                <a16:creationId xmlns:a16="http://schemas.microsoft.com/office/drawing/2014/main" id="{6CABA6C0-B66E-87A8-99AE-2A8C18B295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4642" y="4106672"/>
            <a:ext cx="1691961" cy="1090581"/>
          </a:xfrm>
          <a:prstGeom prst="rect">
            <a:avLst/>
          </a:prstGeom>
        </p:spPr>
      </p:pic>
      <p:pic>
        <p:nvPicPr>
          <p:cNvPr id="21" name="Picture 20" descr="The diagram shows a comparison of magnetization over time for different numbers of turns in a coil, illustrating the relationship between coil turns and magnetic field strength.&#10;&#10;AI-generated content may be incorrect.">
            <a:extLst>
              <a:ext uri="{FF2B5EF4-FFF2-40B4-BE49-F238E27FC236}">
                <a16:creationId xmlns:a16="http://schemas.microsoft.com/office/drawing/2014/main" id="{62D8E6C9-4CC4-8295-1935-46A8632501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5097" y="4862725"/>
            <a:ext cx="1781023" cy="103481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2" grpId="0" animBg="1"/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42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7</cp:revision>
  <dcterms:created xsi:type="dcterms:W3CDTF">2026-09-14T11:01:08Z</dcterms:created>
  <dcterms:modified xsi:type="dcterms:W3CDTF">2026-09-15T09:18:53Z</dcterms:modified>
</cp:coreProperties>
</file>