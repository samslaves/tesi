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41248" y="350537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statiche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endParaRPr lang="en-US" sz="16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103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17</cp:revision>
  <dcterms:created xsi:type="dcterms:W3CDTF">2026-09-14T11:01:08Z</dcterms:created>
  <dcterms:modified xsi:type="dcterms:W3CDTF">2026-09-16T10:33:16Z</dcterms:modified>
</cp:coreProperties>
</file>