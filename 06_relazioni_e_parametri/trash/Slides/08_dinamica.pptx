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di Trotter e verifica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566928"/>
          </a:xfrm>
          <a:prstGeom prst="roundRect">
            <a:avLst>
              <a:gd name="adj" fmla="val 12903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U(τ) ≈ e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−iH₂τ</a:t>
            </a:r>
            <a:pPr algn="ctr" indent="0" marL="0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pPr algn="ctr" indent="0" marL="0">
              <a:buNone/>
            </a:pP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−iH₁τ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780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punto di lavoro per la dinamica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254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−0.18,  D/J = 1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iniziale: |↑↑⟩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655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usato in 07 per la sensibilità a D/J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0782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dello scaling dell'errore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4439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Pendenze misurate: −1.008 (operatore) — −2.059 (fidelity)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teorici attesi: −1 e −2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047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in porte: 3 CNOT per passo (ricompilato, da 5)</a:t>
            </a:r>
            <a:endParaRPr lang="en-US" sz="1300" dirty="0"/>
          </a:p>
        </p:txBody>
      </p:sp>
      <p:pic>
        <p:nvPicPr>
          <p:cNvPr id="16" name="Image 0" descr="/home/claude/deck/assets/thesis_figs/fig06_trotter_error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788" y="2148840"/>
            <a:ext cx="5828896" cy="3657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2026-09-15T07:12:29Z</dcterms:created>
  <dcterms:modified xsi:type="dcterms:W3CDTF">2026-09-15T07:12:29Z</dcterms:modified>
</cp:coreProperties>
</file>