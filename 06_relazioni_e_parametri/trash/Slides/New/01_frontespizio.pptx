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52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82296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 DI LAUREA TRIENNALE IN FISICA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simulation of molecular spin systems on quantum hardware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92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Samuele Schiavi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Relatore: Prof. Alessandro Chiesa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Parma  —  Corso di Laurea in Fisica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</cp:revision>
  <dcterms:created xsi:type="dcterms:W3CDTF">2026-09-14T09:54:52Z</dcterms:created>
  <dcterms:modified xsi:type="dcterms:W3CDTF">2026-09-15T09:44:16Z</dcterms:modified>
</cp:coreProperties>
</file>