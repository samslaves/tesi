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8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80727"/>
            <a:ext cx="4824656" cy="2963259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/>
              <p:nvPr/>
            </p:nvSpPr>
            <p:spPr>
              <a:xfrm>
                <a:off x="974634" y="2204874"/>
                <a:ext cx="448056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Punto di </a:t>
                </a:r>
                <a:r>
                  <a:rPr lang="en-US" sz="15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incrocio</a:t>
                </a: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34" y="2204874"/>
                <a:ext cx="4480560" cy="329184"/>
              </a:xfrm>
              <a:prstGeom prst="rect">
                <a:avLst/>
              </a:prstGeom>
              <a:blipFill>
                <a:blip r:embed="rId4"/>
                <a:stretch>
                  <a:fillRect l="-2585" t="-3704" b="-185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94844" y="3929150"/>
            <a:ext cx="4361065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/>
              <p:nvPr/>
            </p:nvSpPr>
            <p:spPr>
              <a:xfrm>
                <a:off x="9532686" y="2303016"/>
                <a:ext cx="1961070" cy="7172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dimostrare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che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il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del PMA base non è solo un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vicinanza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150" dirty="0"/>
              </a:p>
            </p:txBody>
          </p:sp>
        </mc:Choice>
        <mc:Fallback xmlns="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86" y="2303016"/>
                <a:ext cx="1961070" cy="717243"/>
              </a:xfrm>
              <a:prstGeom prst="rect">
                <a:avLst/>
              </a:prstGeom>
              <a:blipFill>
                <a:blip r:embed="rId6"/>
                <a:stretch>
                  <a:fillRect l="-4673" t="-6838" r="-1246" b="-25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131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21</cp:revision>
  <dcterms:created xsi:type="dcterms:W3CDTF">2026-09-14T18:01:18Z</dcterms:created>
  <dcterms:modified xsi:type="dcterms:W3CDTF">2026-09-20T09:50:19Z</dcterms:modified>
</cp:coreProperties>
</file>