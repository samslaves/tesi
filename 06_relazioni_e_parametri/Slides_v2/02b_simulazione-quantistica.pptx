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una risposta: non calcolare H, riprodurla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28788" y="370892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gradi di libertà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fisici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per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qua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studiati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mappati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ai qubit in modo diretto, nessun mapping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fermionico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8" y="370892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 b="-87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 txBox="1"/>
          <p:nvPr/>
        </p:nvSpPr>
        <p:spPr>
          <a:xfrm>
            <a:off x="640080" y="4757150"/>
            <a:ext cx="5029200" cy="157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termporale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accurate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17A-549E-413E-0F47-6D041EBACBFD}"/>
              </a:ext>
            </a:extLst>
          </p:cNvPr>
          <p:cNvSpPr txBox="1"/>
          <p:nvPr/>
        </p:nvSpPr>
        <p:spPr>
          <a:xfrm>
            <a:off x="5959362" y="3770725"/>
            <a:ext cx="55922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1D78E-2635-CA71-64D6-1587924DA2D3}"/>
              </a:ext>
            </a:extLst>
          </p:cNvPr>
          <p:cNvSpPr txBox="1"/>
          <p:nvPr/>
        </p:nvSpPr>
        <p:spPr>
          <a:xfrm>
            <a:off x="5959364" y="5123937"/>
            <a:ext cx="55922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Determinazione </a:t>
            </a:r>
            <a:r>
              <a:rPr lang="en-US" sz="1600" dirty="0" err="1"/>
              <a:t>dello</a:t>
            </a:r>
            <a:r>
              <a:rPr lang="en-US" sz="1600" dirty="0"/>
              <a:t> </a:t>
            </a:r>
            <a:r>
              <a:rPr lang="en-US" sz="1600" b="1" dirty="0" err="1"/>
              <a:t>stato</a:t>
            </a:r>
            <a:r>
              <a:rPr lang="en-US" sz="1600" b="1" dirty="0"/>
              <a:t> </a:t>
            </a:r>
            <a:r>
              <a:rPr lang="en-US" sz="1600" b="1" dirty="0" err="1"/>
              <a:t>fondamentale</a:t>
            </a:r>
            <a:r>
              <a:rPr lang="en-US" sz="1600" dirty="0"/>
              <a:t> per lo studio </a:t>
            </a:r>
            <a:r>
              <a:rPr lang="en-US" sz="1600" dirty="0" err="1"/>
              <a:t>statico</a:t>
            </a:r>
            <a:r>
              <a:rPr lang="en-US" sz="1600" dirty="0"/>
              <a:t> del </a:t>
            </a:r>
            <a:r>
              <a:rPr lang="en-US" sz="1600" dirty="0" err="1"/>
              <a:t>sistema</a:t>
            </a:r>
            <a:r>
              <a:rPr lang="en-US" sz="1600" dirty="0"/>
              <a:t>, e </a:t>
            </a:r>
            <a:r>
              <a:rPr lang="en-US" sz="1600" dirty="0" err="1"/>
              <a:t>simulazione</a:t>
            </a:r>
            <a:r>
              <a:rPr lang="en-US" sz="1600" dirty="0"/>
              <a:t> delle </a:t>
            </a:r>
            <a:r>
              <a:rPr lang="en-US" sz="1600" dirty="0" err="1"/>
              <a:t>proprietà</a:t>
            </a:r>
            <a:r>
              <a:rPr lang="en-US" sz="1600" dirty="0"/>
              <a:t> </a:t>
            </a:r>
            <a:r>
              <a:rPr lang="en-US" sz="1600" dirty="0" err="1"/>
              <a:t>dinamiche</a:t>
            </a:r>
            <a:r>
              <a:rPr lang="en-US" sz="1600" dirty="0"/>
              <a:t> come </a:t>
            </a:r>
            <a:r>
              <a:rPr lang="en-US" sz="1600" b="1" dirty="0" err="1"/>
              <a:t>evoluzione</a:t>
            </a:r>
            <a:r>
              <a:rPr lang="en-US" sz="1600" b="1" dirty="0"/>
              <a:t> </a:t>
            </a:r>
            <a:r>
              <a:rPr lang="en-US" sz="1600" b="1" dirty="0" err="1"/>
              <a:t>temporale</a:t>
            </a:r>
            <a:r>
              <a:rPr lang="en-US" sz="1600" b="1" dirty="0"/>
              <a:t> </a:t>
            </a:r>
            <a:r>
              <a:rPr lang="en-US" sz="1600" dirty="0" err="1"/>
              <a:t>approssimata</a:t>
            </a:r>
            <a:r>
              <a:rPr lang="en-US" sz="1600" dirty="0"/>
              <a:t> con la </a:t>
            </a:r>
            <a:r>
              <a:rPr lang="en-US" sz="1600" dirty="0" err="1"/>
              <a:t>decomposizione</a:t>
            </a:r>
            <a:r>
              <a:rPr lang="en-US" sz="1600" dirty="0"/>
              <a:t> di </a:t>
            </a:r>
            <a:r>
              <a:rPr lang="en-US" sz="1600" b="1" dirty="0"/>
              <a:t>Suzuki–Trotter</a:t>
            </a:r>
            <a:br>
              <a:rPr lang="en-US" sz="1400" dirty="0"/>
            </a:b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970965" y="2763521"/>
                <a:ext cx="5592247" cy="309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600" dirty="0"/>
                </a:b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/>
                                <m:t>sim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600" i="0"/>
                        <m:t>  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600" i="0"/>
                        <m:t>  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600" b="0" dirty="0"/>
              </a:p>
              <a:p>
                <a:endParaRPr lang="en-US" sz="1600" dirty="0"/>
              </a:p>
              <a:p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965" y="2763521"/>
                <a:ext cx="5592247" cy="3096104"/>
              </a:xfrm>
              <a:prstGeom prst="rect">
                <a:avLst/>
              </a:prstGeom>
              <a:blipFill>
                <a:blip r:embed="rId5"/>
                <a:stretch>
                  <a:fillRect l="-545" t="-591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1">
            <a:extLst>
              <a:ext uri="{FF2B5EF4-FFF2-40B4-BE49-F238E27FC236}">
                <a16:creationId xmlns:a16="http://schemas.microsoft.com/office/drawing/2014/main" id="{D4FCE515-3D44-86BF-7E9B-48050D860483}"/>
              </a:ext>
            </a:extLst>
          </p:cNvPr>
          <p:cNvSpPr txBox="1"/>
          <p:nvPr/>
        </p:nvSpPr>
        <p:spPr>
          <a:xfrm>
            <a:off x="6059271" y="2281215"/>
            <a:ext cx="573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  <p:bldP spid="13" grpId="1"/>
      <p:bldP spid="15" grpId="0"/>
      <p:bldP spid="16" grpId="0"/>
      <p:bldP spid="16" grpId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254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19</cp:revision>
  <dcterms:created xsi:type="dcterms:W3CDTF">2026-09-15T09:56:14Z</dcterms:created>
  <dcterms:modified xsi:type="dcterms:W3CDTF">2026-09-16T15:04:27Z</dcterms:modified>
</cp:coreProperties>
</file>