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407612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9870" y="333685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"un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"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 - 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9" y="2318744"/>
                <a:ext cx="5901070" cy="4777270"/>
              </a:xfrm>
              <a:prstGeom prst="rect">
                <a:avLst/>
              </a:prstGeom>
              <a:blipFill>
                <a:blip r:embed="rId3"/>
                <a:stretch>
                  <a:fillRect l="-310" t="-1913" r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640080" y="6446520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4064827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C4B60-1D1B-89FB-E6B8-D615E00CF821}"/>
              </a:ext>
            </a:extLst>
          </p:cNvPr>
          <p:cNvSpPr txBox="1"/>
          <p:nvPr/>
        </p:nvSpPr>
        <p:spPr>
          <a:xfrm>
            <a:off x="809870" y="4990012"/>
            <a:ext cx="388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lo fa </a:t>
            </a:r>
            <a:r>
              <a:rPr lang="en-US" sz="1400" dirty="0" err="1"/>
              <a:t>usando</a:t>
            </a:r>
            <a:r>
              <a:rPr lang="en-US" sz="1400" dirty="0"/>
              <a:t> </a:t>
            </a:r>
            <a:r>
              <a:rPr lang="en-US" sz="1400" dirty="0" err="1"/>
              <a:t>esattamente</a:t>
            </a:r>
            <a:r>
              <a:rPr lang="en-US" sz="1400" dirty="0"/>
              <a:t> la </a:t>
            </a:r>
            <a:r>
              <a:rPr lang="en-US" sz="1400" dirty="0" err="1"/>
              <a:t>decomposizione</a:t>
            </a:r>
            <a:r>
              <a:rPr lang="en-US" sz="1400" dirty="0"/>
              <a:t> di Trotter come </a:t>
            </a:r>
            <a:r>
              <a:rPr lang="en-US" sz="1400" dirty="0" err="1"/>
              <a:t>strumento</a:t>
            </a:r>
            <a:r>
              <a:rPr lang="en-US" sz="1400" dirty="0"/>
              <a:t> della </a:t>
            </a:r>
            <a:r>
              <a:rPr lang="en-US" sz="1400" dirty="0" err="1"/>
              <a:t>dimostrazione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186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28</cp:revision>
  <dcterms:created xsi:type="dcterms:W3CDTF">2026-09-15T09:56:14Z</dcterms:created>
  <dcterms:modified xsi:type="dcterms:W3CDTF">2026-09-20T09:47:58Z</dcterms:modified>
</cp:coreProperties>
</file>