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Cos'è la simulazione quantistica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621792"/>
          </a:xfrm>
          <a:prstGeom prst="roundRect">
            <a:avLst>
              <a:gd name="adj" fmla="val 11765"/>
            </a:avLst>
          </a:prstGeom>
          <a:solidFill>
            <a:srgbClr val="F2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1091153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 appena visto (costo esponenziale) ha una risposta: non calcolare H, riprodurla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231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fisico è descritto da un'Hamiltoniana H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832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di Feynman (1982): un sistema quantistico controllabile riproduce H, invece di calcolarla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3434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chiave: mappare i gradi di libertà del sistema fisico su qubit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03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strade complementari: stato fondamentale (VQE) ed evoluzione temporale (Trotter)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760720" y="3017520"/>
            <a:ext cx="1051560" cy="731520"/>
          </a:xfrm>
          <a:prstGeom prst="roundRect">
            <a:avLst>
              <a:gd name="adj" fmla="val 7500"/>
            </a:avLst>
          </a:prstGeom>
          <a:solidFill>
            <a:srgbClr val="173A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60720" y="3017520"/>
            <a:ext cx="105156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86600" y="301752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173A5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86600" y="3017520"/>
            <a:ext cx="22860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mappatura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qubit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60720" y="434340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2E8C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60720" y="4343400"/>
            <a:ext cx="25146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fondamentale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49640" y="434340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2E8C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49640" y="4343400"/>
            <a:ext cx="251460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evoluzione temporale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5294376"/>
            <a:ext cx="2514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(Slide 3, 6)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5294376"/>
            <a:ext cx="2514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(Slide 8)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3383280"/>
            <a:ext cx="274320" cy="0"/>
          </a:xfrm>
          <a:prstGeom prst="line">
            <a:avLst/>
          </a:prstGeom>
          <a:noFill/>
          <a:ln w="22225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7018020" y="3749040"/>
            <a:ext cx="1211580" cy="594360"/>
          </a:xfrm>
          <a:prstGeom prst="line">
            <a:avLst/>
          </a:prstGeom>
          <a:noFill/>
          <a:ln w="22225">
            <a:solidFill>
              <a:srgbClr val="5B6B8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229600" y="3749040"/>
            <a:ext cx="1577340" cy="594360"/>
          </a:xfrm>
          <a:prstGeom prst="line">
            <a:avLst/>
          </a:prstGeom>
          <a:noFill/>
          <a:ln w="22225">
            <a:solidFill>
              <a:srgbClr val="5B6B84"/>
            </a:solidFill>
            <a:prstDash val="solid"/>
            <a:tailEnd type="triangle"/>
          </a:ln>
        </p:spPr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1</cp:revision>
  <dcterms:created xsi:type="dcterms:W3CDTF">2026-09-15T09:12:00Z</dcterms:created>
  <dcterms:modified xsi:type="dcterms:W3CDTF">2026-09-15T09:12:00Z</dcterms:modified>
</cp:coreProperties>
</file>