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4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0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1236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3014121" y="1640591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molecolari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spin ½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accoppiati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costuiscono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privilegiate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studio di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fenomeni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endParaRPr lang="en-US" sz="1600" dirty="0">
              <a:solidFill>
                <a:srgbClr val="1623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3014121" y="3855515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computer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mappando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ciascuno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spin ½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direttamente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qubit,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aggirare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endParaRPr lang="en-US" sz="1600" b="0" dirty="0">
              <a:solidFill>
                <a:srgbClr val="1623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SzPct val="100000"/>
            </a:pP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9159087" y="3868893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effciente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delle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proprietà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statiche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dinamiche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eccitati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di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interagenti</a:t>
            </a:r>
            <a:endParaRPr lang="en-US" sz="1600" b="1" dirty="0"/>
          </a:p>
        </p:txBody>
      </p:sp>
      <p:pic>
        <p:nvPicPr>
          <p:cNvPr id="10" name="Image 3" descr="/home/claude/deck/assets/hilbert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753" y="1897076"/>
            <a:ext cx="2606040" cy="1713823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159087" y="1490472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loro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diventa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rapidamente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intrattabile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spin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coinvolti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640080" y="5989320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 txBox="1"/>
          <p:nvPr/>
        </p:nvSpPr>
        <p:spPr>
          <a:xfrm>
            <a:off x="640080" y="59893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</a:t>
            </a:r>
            <a:r>
              <a:rPr lang="en-US" sz="14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Hilbert </a:t>
            </a:r>
            <a:r>
              <a:rPr lang="en-US" sz="14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ℋ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 2</a:t>
            </a:r>
            <a:r>
              <a:rPr lang="en-US" sz="14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 N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spin). La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diagonalizzazione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esatta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già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poche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decine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particelle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esaurisce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risorse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supercomputers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classici</a:t>
            </a: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6C853E2-69BB-A737-4158-C200FBF94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40591"/>
            <a:ext cx="1991478" cy="1999476"/>
          </a:xfrm>
          <a:prstGeom prst="rect">
            <a:avLst/>
          </a:prstGeom>
        </p:spPr>
      </p:pic>
      <p:pic>
        <p:nvPicPr>
          <p:cNvPr id="17" name="Picture 16" descr="The image depicts a polar coordinate diagram with a circle, an arrow indicating direction, and a point marked at a specific position, likely illustrating complex numbers or vector direction in polar form.&#10;&#10;AI-generated content may be incorrect.">
            <a:extLst>
              <a:ext uri="{FF2B5EF4-FFF2-40B4-BE49-F238E27FC236}">
                <a16:creationId xmlns:a16="http://schemas.microsoft.com/office/drawing/2014/main" id="{827E5CC9-23E0-D692-7E01-D78C8D5ADE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66003"/>
            <a:ext cx="1990800" cy="1764791"/>
          </a:xfrm>
          <a:prstGeom prst="rect">
            <a:avLst/>
          </a:prstGeom>
        </p:spPr>
      </p:pic>
      <p:pic>
        <p:nvPicPr>
          <p:cNvPr id="19" name="Picture 18" descr="The diagram illustrates a phase diagram with axes for S (spin quantum number) and M (magnetic quantum number), depicting transitions between different quantum states and their corresponding energy levels.&#10;&#10;AI-generated content may be incorrect.">
            <a:extLst>
              <a:ext uri="{FF2B5EF4-FFF2-40B4-BE49-F238E27FC236}">
                <a16:creationId xmlns:a16="http://schemas.microsoft.com/office/drawing/2014/main" id="{6CABA6C0-B66E-87A8-99AE-2A8C18B295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8079" y="3908104"/>
            <a:ext cx="1691961" cy="1090581"/>
          </a:xfrm>
          <a:prstGeom prst="rect">
            <a:avLst/>
          </a:prstGeom>
        </p:spPr>
      </p:pic>
      <p:pic>
        <p:nvPicPr>
          <p:cNvPr id="21" name="Picture 20" descr="The diagram shows a comparison of magnetization over time for different numbers of turns in a coil, illustrating the relationship between coil turns and magnetic field strength.&#10;&#10;AI-generated content may be incorrect.">
            <a:extLst>
              <a:ext uri="{FF2B5EF4-FFF2-40B4-BE49-F238E27FC236}">
                <a16:creationId xmlns:a16="http://schemas.microsoft.com/office/drawing/2014/main" id="{62D8E6C9-4CC4-8295-1935-46A8632501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4768" y="4595979"/>
            <a:ext cx="1781023" cy="103481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108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19</cp:revision>
  <dcterms:created xsi:type="dcterms:W3CDTF">2026-09-14T11:01:08Z</dcterms:created>
  <dcterms:modified xsi:type="dcterms:W3CDTF">2026-09-18T08:43:18Z</dcterms:modified>
</cp:coreProperties>
</file>