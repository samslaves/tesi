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fisico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36192"/>
            <a:ext cx="10911535" cy="1371600"/>
          </a:xfrm>
          <a:prstGeom prst="roundRect">
            <a:avLst>
              <a:gd name="adj" fmla="val 5333"/>
            </a:avLst>
          </a:prstGeom>
          <a:solidFill>
            <a:srgbClr val="F2F5F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609344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J(X₁X₂+Y₁Y₂+Z₁Z₂) + b(Z₁+Z₂) + D(X₁Z₂−Z₁X₂)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01168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J(X₁X₂+Y₁Y₂+Z₁Z₂) + J'(X₂X₃+Y₂Y₃+Z₂Z₃+X₁X₃+Y₁Y₃+Z₁Z₃) + b(Z₁+Z₂+Z₃) + D·Σ⟨i,j⟩(XᵢZⱼ−ZᵢXⱼ)</a:t>
            </a:r>
            <a:endParaRPr lang="en-US" sz="1350" dirty="0"/>
          </a:p>
        </p:txBody>
      </p:sp>
      <p:pic>
        <p:nvPicPr>
          <p:cNvPr id="7" name="Image 0" descr="/home/claude/deck/assets/preview_s5_modello_dim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0604" y="3063240"/>
            <a:ext cx="3291840" cy="2094807"/>
          </a:xfrm>
          <a:prstGeom prst="rect">
            <a:avLst/>
          </a:prstGeom>
        </p:spPr>
      </p:pic>
      <p:pic>
        <p:nvPicPr>
          <p:cNvPr id="8" name="Image 1" descr="/home/claude/deck/assets/preview_s5_modello_trime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251" y="3063240"/>
            <a:ext cx="3291840" cy="209480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25780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spin 1/2 ↔ un qubit (mappatura diretta)</a:t>
            </a:r>
            <a:endParaRPr lang="en-US" sz="1250" dirty="0"/>
          </a:p>
        </p:txBody>
      </p:sp>
      <p:sp>
        <p:nvSpPr>
          <p:cNvPr id="10" name="Text 6"/>
          <p:cNvSpPr txBox="1"/>
          <p:nvPr/>
        </p:nvSpPr>
        <p:spPr>
          <a:xfrm>
            <a:off x="640080" y="5568696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scambio isotropo (Heisenberg)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879592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termine di Dzyaloshinskii–Moriya</a:t>
            </a:r>
            <a:endParaRPr lang="en-US" sz="125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6190488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campo Zeeman lungo z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6278728" y="5257800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spin 1/2 ↔ un qubit (come nel dimero)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278728" y="5568696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J, J': scambio isotropo — J su (1,2), J' su (2,3) e (3,1)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278728" y="5879592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termine di Dzyaloshinskii–Moriya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6278728" y="6190488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campo Zeeman lungo z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6278728" y="6501384"/>
            <a:ext cx="527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buSzPct val="100000"/>
              <a:buChar char="■"/>
            </a:pPr>
            <a:r>
              <a:rPr lang="en-US" sz="12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J' su (3,1) chiude il ciclo → frustrazione geometrica (assente nel dimero)</a:t>
            </a:r>
            <a:endParaRPr lang="en-US" sz="1250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1</cp:revision>
  <dcterms:created xsi:type="dcterms:W3CDTF">2026-09-15T07:27:30Z</dcterms:created>
  <dcterms:modified xsi:type="dcterms:W3CDTF">2026-09-15T07:27:30Z</dcterms:modified>
</cp:coreProperties>
</file>