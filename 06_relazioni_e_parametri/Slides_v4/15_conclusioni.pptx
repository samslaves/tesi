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0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il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ottenuto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VQE e Trotter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hardqare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79187"/>
            <a:ext cx="5272888" cy="2885677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32437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dal </a:t>
            </a:r>
            <a:r>
              <a:rPr lang="en-US" sz="16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16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17619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di preferenza degli ansatz si inverte: W-2q.6 domina RBS-2q (nel dimero era il contrario)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93691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dinamica richiede un livello in più di approssimazione (qubit condivisi fra legami), convergenza sensibilmente più lenta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069763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rumore, la maggiore profondità dell'ansatz canonico dà una degradazione di fedeltà doppia a parità di calibrazione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3079188"/>
            <a:ext cx="5272888" cy="2885677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2437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700980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FontTx/>
              <a:buChar char="■"/>
            </a:pPr>
            <a:r>
              <a:rPr lang="en-US" sz="1250" dirty="0"/>
              <a:t>Ho </a:t>
            </a:r>
            <a:r>
              <a:rPr lang="en-US" sz="1250" dirty="0" err="1"/>
              <a:t>studiato</a:t>
            </a:r>
            <a:r>
              <a:rPr lang="en-US" sz="1250" dirty="0"/>
              <a:t> </a:t>
            </a:r>
            <a:r>
              <a:rPr lang="en-US" sz="1250" dirty="0" err="1"/>
              <a:t>sistemi</a:t>
            </a:r>
            <a:r>
              <a:rPr lang="en-US" sz="1250" dirty="0"/>
              <a:t> </a:t>
            </a:r>
            <a:r>
              <a:rPr lang="en-US" sz="1250" dirty="0" err="1"/>
              <a:t>modello</a:t>
            </a:r>
            <a:r>
              <a:rPr lang="en-US" sz="1250" dirty="0"/>
              <a:t> di spin </a:t>
            </a:r>
            <a:r>
              <a:rPr lang="en-US" sz="1250" dirty="0" err="1"/>
              <a:t>interagenti</a:t>
            </a:r>
            <a:r>
              <a:rPr lang="en-US" sz="1250" dirty="0"/>
              <a:t> come test di </a:t>
            </a:r>
            <a:r>
              <a:rPr lang="en-US" sz="1250" dirty="0" err="1"/>
              <a:t>algoritmi</a:t>
            </a:r>
            <a:r>
              <a:rPr lang="en-US" sz="1250" dirty="0"/>
              <a:t> di </a:t>
            </a:r>
            <a:r>
              <a:rPr lang="en-US" sz="1250" dirty="0" err="1"/>
              <a:t>simulazione</a:t>
            </a:r>
            <a:r>
              <a:rPr lang="en-US" sz="1250" dirty="0"/>
              <a:t> </a:t>
            </a:r>
            <a:r>
              <a:rPr lang="en-US" sz="1250" dirty="0" err="1"/>
              <a:t>quantistica</a:t>
            </a:r>
            <a:r>
              <a:rPr lang="en-US" sz="1250" dirty="0"/>
              <a:t> </a:t>
            </a:r>
            <a:r>
              <a:rPr lang="en-US" sz="1250" dirty="0" err="1"/>
              <a:t>su</a:t>
            </a:r>
            <a:r>
              <a:rPr lang="en-US" sz="1250" dirty="0"/>
              <a:t> hardware.</a:t>
            </a:r>
          </a:p>
          <a:p>
            <a:pPr marL="203200" indent="-203200">
              <a:buSzPct val="100000"/>
              <a:buChar char="■"/>
            </a:pP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4219371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/>
              <a:t>Stato </a:t>
            </a:r>
            <a:r>
              <a:rPr lang="en-US" sz="1250" dirty="0" err="1"/>
              <a:t>fondamentale</a:t>
            </a:r>
            <a:r>
              <a:rPr lang="en-US" sz="1250" dirty="0"/>
              <a:t> </a:t>
            </a:r>
            <a:r>
              <a:rPr lang="en-US" sz="1250" dirty="0" err="1"/>
              <a:t>determinato</a:t>
            </a:r>
            <a:r>
              <a:rPr lang="en-US" sz="1250" dirty="0"/>
              <a:t> con </a:t>
            </a:r>
            <a:r>
              <a:rPr lang="en-US" sz="1250" dirty="0" err="1"/>
              <a:t>algoritmo</a:t>
            </a:r>
            <a:r>
              <a:rPr lang="en-US" sz="1250" dirty="0"/>
              <a:t> </a:t>
            </a:r>
            <a:r>
              <a:rPr lang="en-US" sz="1250" dirty="0" err="1"/>
              <a:t>ibrido</a:t>
            </a:r>
            <a:r>
              <a:rPr lang="en-US" sz="1250" dirty="0"/>
              <a:t> (VQE), </a:t>
            </a:r>
            <a:r>
              <a:rPr lang="en-US" sz="1250" dirty="0" err="1"/>
              <a:t>che</a:t>
            </a:r>
            <a:r>
              <a:rPr lang="en-US" sz="1250" dirty="0"/>
              <a:t> </a:t>
            </a:r>
            <a:r>
              <a:rPr lang="en-US" sz="1250" dirty="0" err="1"/>
              <a:t>combina</a:t>
            </a:r>
            <a:r>
              <a:rPr lang="en-US" sz="1250" dirty="0"/>
              <a:t> hardware classico e </a:t>
            </a:r>
            <a:r>
              <a:rPr lang="en-US" sz="1250" dirty="0" err="1"/>
              <a:t>quantistico</a:t>
            </a:r>
            <a:r>
              <a:rPr lang="en-US" sz="1250" dirty="0"/>
              <a:t>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6553048" y="4757483"/>
            <a:ext cx="4724248" cy="60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/>
              <a:t>La performance cambia con </a:t>
            </a:r>
            <a:r>
              <a:rPr lang="en-US" sz="1250" dirty="0" err="1"/>
              <a:t>rumore</a:t>
            </a:r>
            <a:r>
              <a:rPr lang="en-US" sz="1250" dirty="0"/>
              <a:t> </a:t>
            </a:r>
            <a:r>
              <a:rPr lang="en-US" sz="1250" dirty="0" err="1"/>
              <a:t>realistico</a:t>
            </a:r>
            <a:r>
              <a:rPr lang="en-US" sz="1250" dirty="0"/>
              <a:t> </a:t>
            </a:r>
            <a:r>
              <a:rPr lang="en-US" sz="1250" dirty="0" err="1"/>
              <a:t>dell’hardware</a:t>
            </a:r>
            <a:r>
              <a:rPr lang="en-US" sz="1250" dirty="0"/>
              <a:t>. </a:t>
            </a:r>
            <a:r>
              <a:rPr lang="en-US" sz="1250" dirty="0" err="1"/>
              <a:t>L’ottimizzazione</a:t>
            </a:r>
            <a:r>
              <a:rPr lang="en-US" sz="1250" dirty="0"/>
              <a:t> VQE </a:t>
            </a:r>
            <a:r>
              <a:rPr lang="en-US" sz="1250" dirty="0" err="1"/>
              <a:t>dipende</a:t>
            </a:r>
            <a:r>
              <a:rPr lang="en-US" sz="1250" dirty="0"/>
              <a:t> dal </a:t>
            </a:r>
            <a:r>
              <a:rPr lang="en-US" sz="1250" dirty="0" err="1"/>
              <a:t>rumore</a:t>
            </a:r>
            <a:r>
              <a:rPr lang="en-US" sz="1250" dirty="0"/>
              <a:t>: </a:t>
            </a:r>
            <a:r>
              <a:rPr lang="en-US" sz="1250" dirty="0" err="1"/>
              <a:t>sfruttare</a:t>
            </a:r>
            <a:r>
              <a:rPr lang="en-US" sz="1250" dirty="0"/>
              <a:t> le </a:t>
            </a:r>
            <a:r>
              <a:rPr lang="en-US" sz="1250" dirty="0" err="1"/>
              <a:t>simmetrie</a:t>
            </a:r>
            <a:r>
              <a:rPr lang="en-US" sz="1250" dirty="0"/>
              <a:t> del </a:t>
            </a:r>
            <a:r>
              <a:rPr lang="en-US" sz="1250" dirty="0" err="1"/>
              <a:t>sistema</a:t>
            </a:r>
            <a:r>
              <a:rPr lang="en-US" sz="1250" dirty="0"/>
              <a:t> (</a:t>
            </a:r>
            <a:r>
              <a:rPr lang="en-US" sz="1250" dirty="0" err="1"/>
              <a:t>invece</a:t>
            </a:r>
            <a:r>
              <a:rPr lang="en-US" sz="1250" dirty="0"/>
              <a:t> di un ansatz </a:t>
            </a:r>
            <a:r>
              <a:rPr lang="en-US" sz="1250" dirty="0" err="1"/>
              <a:t>generico</a:t>
            </a:r>
            <a:r>
              <a:rPr lang="en-US" sz="1250" dirty="0"/>
              <a:t>) reduce I gate e </a:t>
            </a:r>
            <a:r>
              <a:rPr lang="en-US" sz="1250" dirty="0" err="1"/>
              <a:t>quindi</a:t>
            </a:r>
            <a:r>
              <a:rPr lang="en-US" sz="1250" dirty="0"/>
              <a:t> </a:t>
            </a:r>
            <a:r>
              <a:rPr lang="en-US" sz="1250" dirty="0" err="1"/>
              <a:t>l’errore</a:t>
            </a:r>
            <a:r>
              <a:rPr lang="en-US" sz="1250" dirty="0"/>
              <a:t>.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17DFE82-D9B5-4D7B-7A30-8F854853FC99}"/>
              </a:ext>
            </a:extLst>
          </p:cNvPr>
          <p:cNvSpPr txBox="1"/>
          <p:nvPr/>
        </p:nvSpPr>
        <p:spPr>
          <a:xfrm>
            <a:off x="6553048" y="5401764"/>
            <a:ext cx="472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 err="1"/>
              <a:t>Gli</a:t>
            </a:r>
            <a:r>
              <a:rPr lang="en-US" sz="1250" dirty="0"/>
              <a:t> </a:t>
            </a:r>
            <a:r>
              <a:rPr lang="en-US" sz="1250" dirty="0" err="1"/>
              <a:t>stessi</a:t>
            </a:r>
            <a:r>
              <a:rPr lang="en-US" sz="1250" dirty="0"/>
              <a:t> </a:t>
            </a:r>
            <a:r>
              <a:rPr lang="en-US" sz="1250" dirty="0" err="1"/>
              <a:t>principi</a:t>
            </a:r>
            <a:r>
              <a:rPr lang="en-US" sz="1250" dirty="0"/>
              <a:t> </a:t>
            </a:r>
            <a:r>
              <a:rPr lang="en-US" sz="1250" dirty="0" err="1"/>
              <a:t>si</a:t>
            </a:r>
            <a:r>
              <a:rPr lang="en-US" sz="1250" dirty="0"/>
              <a:t> </a:t>
            </a:r>
            <a:r>
              <a:rPr lang="en-US" sz="1250" dirty="0" err="1"/>
              <a:t>estendono</a:t>
            </a:r>
            <a:r>
              <a:rPr lang="en-US" sz="1250" dirty="0"/>
              <a:t> a </a:t>
            </a:r>
            <a:r>
              <a:rPr lang="en-US" sz="1250" dirty="0" err="1"/>
              <a:t>sistemi</a:t>
            </a:r>
            <a:r>
              <a:rPr lang="en-US" sz="1250" dirty="0"/>
              <a:t> </a:t>
            </a:r>
            <a:r>
              <a:rPr lang="en-US" sz="1250" dirty="0" err="1"/>
              <a:t>più</a:t>
            </a:r>
            <a:r>
              <a:rPr lang="en-US" sz="1250" dirty="0"/>
              <a:t> </a:t>
            </a:r>
            <a:r>
              <a:rPr lang="en-US" sz="1250" dirty="0" err="1"/>
              <a:t>grandi</a:t>
            </a:r>
            <a:r>
              <a:rPr lang="en-US" sz="1250" dirty="0"/>
              <a:t>. 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172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8</cp:revision>
  <dcterms:created xsi:type="dcterms:W3CDTF">2026-09-18T08:41:29Z</dcterms:created>
  <dcterms:modified xsi:type="dcterms:W3CDTF">2026-09-18T13:26:53Z</dcterms:modified>
</cp:coreProperties>
</file>