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28869" y="2188662"/>
            <a:ext cx="2984509" cy="243956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381486" y="2223806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4008579" y="3185453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4008579" y="5408232"/>
            <a:ext cx="711922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45925" y="4586233"/>
            <a:ext cx="2867453" cy="214074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54713" y="2669408"/>
            <a:ext cx="2984509" cy="2930209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808225" y="5599618"/>
            <a:ext cx="2730997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fidelity 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113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87</cp:revision>
  <cp:lastPrinted>2026-09-18T09:16:31Z</cp:lastPrinted>
  <dcterms:created xsi:type="dcterms:W3CDTF">2026-09-14T17:34:23Z</dcterms:created>
  <dcterms:modified xsi:type="dcterms:W3CDTF">2026-09-20T09:52:51Z</dcterms:modified>
</cp:coreProperties>
</file>