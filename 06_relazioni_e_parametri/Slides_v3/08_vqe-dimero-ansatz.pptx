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7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2.png"/><Relationship Id="rId15" Type="http://schemas.openxmlformats.org/officeDocument/2006/relationships/image" Target="../media/image13.png"/><Relationship Id="rId10" Type="http://schemas.openxmlformats.org/officeDocument/2006/relationships/image" Target="../media/image1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VQE - Ansatz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 - Ansatz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/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Preparazione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14:m>
                  <m:oMath xmlns:m="http://schemas.openxmlformats.org/officeDocument/2006/math">
                    <m:r>
                      <a:rPr lang="en-US" sz="2100" b="1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100" i="1" dirty="0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21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21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2100" dirty="0"/>
                  <a:t> 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Circuito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Quantistico</a:t>
                </a:r>
                <a:r>
                  <a:rPr lang="en-US" sz="2100" b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2100" b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Dimero</a:t>
                </a:r>
                <a:endParaRPr lang="en-US" dirty="0"/>
              </a:p>
            </p:txBody>
          </p:sp>
        </mc:Choice>
        <mc:Fallback xmlns="">
          <p:sp>
            <p:nvSpPr>
              <p:cNvPr id="43" name="Title Circuito Dimero">
                <a:extLst>
                  <a:ext uri="{FF2B5EF4-FFF2-40B4-BE49-F238E27FC236}">
                    <a16:creationId xmlns:a16="http://schemas.microsoft.com/office/drawing/2014/main" id="{BE6BF56F-A15E-A307-5156-A586A89A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27" y="1615055"/>
                <a:ext cx="10911535" cy="415498"/>
              </a:xfrm>
              <a:prstGeom prst="rect">
                <a:avLst/>
              </a:prstGeom>
              <a:blipFill>
                <a:blip r:embed="rId9"/>
                <a:stretch>
                  <a:fillRect t="-8824" b="-27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400" dirty="0"/>
              <a:t>: </a:t>
            </a:r>
            <a:r>
              <a:rPr lang="en-US" sz="1400" dirty="0" err="1"/>
              <a:t>termine</a:t>
            </a:r>
            <a:r>
              <a:rPr lang="en-US" sz="1400" dirty="0"/>
              <a:t> di </a:t>
            </a:r>
            <a:r>
              <a:rPr lang="en-US" sz="1400" dirty="0" err="1"/>
              <a:t>confronto</a:t>
            </a:r>
            <a:r>
              <a:rPr lang="en-US" sz="1400" dirty="0"/>
              <a:t> (baseline </a:t>
            </a:r>
            <a:r>
              <a:rPr lang="en-US" sz="1400" dirty="0" err="1"/>
              <a:t>generica</a:t>
            </a:r>
            <a:r>
              <a:rPr lang="en-US" sz="1400" dirty="0"/>
              <a:t>, senza </a:t>
            </a:r>
            <a:r>
              <a:rPr lang="en-US" sz="1400" dirty="0" err="1"/>
              <a:t>usare</a:t>
            </a:r>
            <a:r>
              <a:rPr lang="en-US" sz="1400" dirty="0"/>
              <a:t> la </a:t>
            </a:r>
            <a:r>
              <a:rPr lang="en-US" sz="1400" dirty="0" err="1"/>
              <a:t>fisica</a:t>
            </a:r>
            <a:r>
              <a:rPr lang="en-US" sz="1400" dirty="0"/>
              <a:t> del </a:t>
            </a:r>
            <a:r>
              <a:rPr lang="en-US" sz="1400" dirty="0" err="1"/>
              <a:t>problema</a:t>
            </a:r>
            <a:r>
              <a:rPr lang="en-US" sz="140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/>
              <p:nvPr/>
            </p:nvSpPr>
            <p:spPr>
              <a:xfrm>
                <a:off x="7580376" y="5184572"/>
                <a:ext cx="384830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base</a:t>
                </a:r>
                <a:r>
                  <a:rPr lang="en-US" sz="1400" b="1" dirty="0"/>
                  <a:t>: </a:t>
                </a:r>
                <a:r>
                  <a:rPr lang="en-US" sz="1400" dirty="0"/>
                  <a:t>a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400" dirty="0"/>
                  <a:t> il </a:t>
                </a:r>
                <a:r>
                  <a:rPr lang="en-US" sz="1400" dirty="0" err="1"/>
                  <a:t>singoletto</a:t>
                </a:r>
                <a:r>
                  <a:rPr lang="en-US" sz="1400" dirty="0"/>
                  <a:t> è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esatto</a:t>
                </a:r>
                <a:r>
                  <a:rPr lang="en-US" sz="1400" dirty="0"/>
                  <a:t> -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aggiunge</a:t>
                </a:r>
                <a:r>
                  <a:rPr lang="en-US" sz="1400" dirty="0"/>
                  <a:t> solo la </a:t>
                </a:r>
                <a:r>
                  <a:rPr lang="en-US" sz="1400" dirty="0" err="1"/>
                  <a:t>flessibilità</a:t>
                </a:r>
                <a:r>
                  <a:rPr lang="en-US" sz="1400" dirty="0"/>
                  <a:t> minima per la </a:t>
                </a:r>
                <a:r>
                  <a:rPr lang="en-US" sz="1400" dirty="0" err="1"/>
                  <a:t>piccola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perturbazione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59" name="Nota PMA base dimero">
                <a:extLst>
                  <a:ext uri="{FF2B5EF4-FFF2-40B4-BE49-F238E27FC236}">
                    <a16:creationId xmlns:a16="http://schemas.microsoft.com/office/drawing/2014/main" id="{34AD2B12-4C8F-76F6-6C69-4E7963234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376" y="5184572"/>
                <a:ext cx="3848306" cy="954107"/>
              </a:xfrm>
              <a:prstGeom prst="rect">
                <a:avLst/>
              </a:prstGeom>
              <a:blipFill>
                <a:blip r:embed="rId13"/>
                <a:stretch>
                  <a:fillRect l="-475" t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/>
              <p:nvPr/>
            </p:nvSpPr>
            <p:spPr>
              <a:xfrm>
                <a:off x="4330197" y="5205079"/>
                <a:ext cx="2802905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/>
                  <a:t>: </a:t>
                </a:r>
                <a:r>
                  <a:rPr lang="en-US" sz="1400" dirty="0"/>
                  <a:t>PMA base non basta </a:t>
                </a:r>
                <a:r>
                  <a:rPr lang="en-US" sz="1400" dirty="0" err="1"/>
                  <a:t>vicino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all'incrocio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limite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parità</a:t>
                </a:r>
                <a:r>
                  <a:rPr lang="en-US" sz="1400" dirty="0"/>
                  <a:t>) — le due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rompono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quel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vincolo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recuperando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60" name="Nota PMA esteso dimero">
                <a:extLst>
                  <a:ext uri="{FF2B5EF4-FFF2-40B4-BE49-F238E27FC236}">
                    <a16:creationId xmlns:a16="http://schemas.microsoft.com/office/drawing/2014/main" id="{B6B4E66A-D900-83E2-5FA6-892747C7F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197" y="5205079"/>
                <a:ext cx="2802905" cy="1169551"/>
              </a:xfrm>
              <a:prstGeom prst="rect">
                <a:avLst/>
              </a:prstGeom>
              <a:blipFill>
                <a:blip r:embed="rId14"/>
                <a:stretch>
                  <a:fillRect l="-652" t="-1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329572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329572"/>
                <a:ext cx="10911535" cy="553998"/>
              </a:xfrm>
              <a:prstGeom prst="rect">
                <a:avLst/>
              </a:prstGeom>
              <a:blipFill>
                <a:blip r:embed="rId15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144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66</cp:revision>
  <cp:lastPrinted>2026-09-17T13:58:55Z</cp:lastPrinted>
  <dcterms:created xsi:type="dcterms:W3CDTF">2026-09-14T14:04:34Z</dcterms:created>
  <dcterms:modified xsi:type="dcterms:W3CDTF">2026-09-17T17:06:40Z</dcterms:modified>
</cp:coreProperties>
</file>