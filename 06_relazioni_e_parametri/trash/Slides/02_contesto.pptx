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pic>
        <p:nvPicPr>
          <p:cNvPr id="4" name="Image 0" descr="/home/claude/deck/assets/preview_bullet1_moleco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418"/>
            <a:ext cx="2606040" cy="17138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474720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Molecole magnetiche: spin localizzati accoppiati</a:t>
            </a:r>
            <a:endParaRPr lang="en-US" sz="1500" dirty="0"/>
          </a:p>
        </p:txBody>
      </p:sp>
      <p:pic>
        <p:nvPicPr>
          <p:cNvPr id="6" name="Image 1" descr="/home/claude/deck/assets/preview_bullet2_qu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1783418"/>
            <a:ext cx="2606040" cy="171382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59088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di prova per l'informazione quantistica</a:t>
            </a:r>
            <a:endParaRPr lang="en-US" sz="1500" dirty="0"/>
          </a:p>
        </p:txBody>
      </p:sp>
      <p:pic>
        <p:nvPicPr>
          <p:cNvPr id="8" name="Image 2" descr="/home/claude/deck/assets/preview_bullet3_statiche_dinamich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00838"/>
            <a:ext cx="2606040" cy="171382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474720" y="390906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 statiche e dinamiche da riprodurre</a:t>
            </a:r>
            <a:endParaRPr lang="en-US" sz="1500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8" y="4000838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8" y="390906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classica: costo esponenziale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dim(</a:t>
            </a:r>
            <a:r>
              <a:rPr lang="en-US" sz="2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</a:t>
            </a:r>
            <a:r>
              <a:rPr lang="en-US" sz="2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 = numero di spin (qubit)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</cp:revision>
  <dcterms:created xsi:type="dcterms:W3CDTF">2026-09-14T11:01:08Z</dcterms:created>
  <dcterms:modified xsi:type="dcterms:W3CDTF">2026-09-14T11:06:56Z</dcterms:modified>
</cp:coreProperties>
</file>