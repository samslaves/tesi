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8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2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VQE - Ansatz"/>
              <p:cNvSpPr txBox="1"/>
              <p:nvPr/>
            </p:nvSpPr>
            <p:spPr>
              <a:xfrm>
                <a:off x="640079" y="713232"/>
                <a:ext cx="10865993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VQE – Preparazione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Ansatz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VQE - Ansatz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713232"/>
                <a:ext cx="10865993" cy="777240"/>
              </a:xfrm>
              <a:prstGeom prst="rect">
                <a:avLst/>
              </a:prstGeom>
              <a:blipFill>
                <a:blip r:embed="rId3"/>
                <a:stretch>
                  <a:fillRect l="-2245" b="-1328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/>
          <p:cNvSpPr/>
          <p:nvPr/>
        </p:nvSpPr>
        <p:spPr>
          <a:xfrm>
            <a:off x="625463" y="14995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itle Circuito Trimero">
            <a:extLst>
              <a:ext uri="{FF2B5EF4-FFF2-40B4-BE49-F238E27FC236}">
                <a16:creationId xmlns:a16="http://schemas.microsoft.com/office/drawing/2014/main" id="{6F06D79C-D78E-4C9A-C7FB-7D704A6485B9}"/>
              </a:ext>
            </a:extLst>
          </p:cNvPr>
          <p:cNvSpPr txBox="1"/>
          <p:nvPr/>
        </p:nvSpPr>
        <p:spPr>
          <a:xfrm>
            <a:off x="579921" y="1556999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/>
              <p:nvPr/>
            </p:nvSpPr>
            <p:spPr>
              <a:xfrm>
                <a:off x="625463" y="2225751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Due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fidelity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 xmlns=""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63" y="2225751"/>
                <a:ext cx="10911535" cy="553998"/>
              </a:xfrm>
              <a:prstGeom prst="rect">
                <a:avLst/>
              </a:prstGeom>
              <a:blipFill>
                <a:blip r:embed="rId4"/>
                <a:stretch>
                  <a:fillRect t="-2198"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ircuito W-2q.6 trimero">
            <a:extLst>
              <a:ext uri="{FF2B5EF4-FFF2-40B4-BE49-F238E27FC236}">
                <a16:creationId xmlns:a16="http://schemas.microsoft.com/office/drawing/2014/main" id="{F7B5B225-88A3-5B3C-1336-0AA3661D6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173" y="3171404"/>
            <a:ext cx="5571825" cy="2290057"/>
          </a:xfrm>
          <a:prstGeom prst="rect">
            <a:avLst/>
          </a:prstGeom>
        </p:spPr>
      </p:pic>
      <p:pic>
        <p:nvPicPr>
          <p:cNvPr id="12" name="Circuito RBS-2q.6 trimero">
            <a:extLst>
              <a:ext uri="{FF2B5EF4-FFF2-40B4-BE49-F238E27FC236}">
                <a16:creationId xmlns:a16="http://schemas.microsoft.com/office/drawing/2014/main" id="{5ED0C11D-CCC9-E8F0-7A2F-87A8DE0AE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538" y="3213350"/>
            <a:ext cx="5349299" cy="22481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/>
              <p:nvPr/>
            </p:nvSpPr>
            <p:spPr>
              <a:xfrm>
                <a:off x="787968" y="5689801"/>
                <a:ext cx="4818888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RBS-2q.6 (PMA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esteso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400" b="1" dirty="0"/>
                  <a:t>: </a:t>
                </a:r>
                <a:r>
                  <a:rPr lang="en-US" sz="1400" dirty="0"/>
                  <a:t>RBS +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rotazioni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indipendenti</a:t>
                </a:r>
                <a:r>
                  <a:rPr lang="en-US" sz="1400" dirty="0"/>
                  <a:t> sui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legami</a:t>
                </a:r>
                <a:r>
                  <a:rPr lang="en-US" sz="1400" dirty="0"/>
                  <a:t> del </a:t>
                </a:r>
                <a:r>
                  <a:rPr lang="en-US" sz="1400" dirty="0" err="1"/>
                  <a:t>triangolo</a:t>
                </a:r>
                <a:r>
                  <a:rPr lang="en-US" sz="1400" dirty="0"/>
                  <a:t> - </a:t>
                </a:r>
                <a:r>
                  <a:rPr lang="en-US" sz="1400" dirty="0" err="1"/>
                  <a:t>stessa</a:t>
                </a:r>
                <a:r>
                  <a:rPr lang="en-US" sz="1400" dirty="0"/>
                  <a:t> idea del </a:t>
                </a:r>
                <a:r>
                  <a:rPr lang="en-US" sz="1400" dirty="0" err="1"/>
                  <a:t>dimero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estesa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spin: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&lt; 1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68" y="5689801"/>
                <a:ext cx="4818888" cy="738664"/>
              </a:xfrm>
              <a:prstGeom prst="rect">
                <a:avLst/>
              </a:prstGeom>
              <a:blipFill>
                <a:blip r:embed="rId7"/>
                <a:stretch>
                  <a:fillRect l="-379" t="-820" b="-7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/>
              <p:nvPr/>
            </p:nvSpPr>
            <p:spPr>
              <a:xfrm>
                <a:off x="6341641" y="5689801"/>
                <a:ext cx="48188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W-2q.6 (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circuito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scelto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400" b="1" dirty="0"/>
                  <a:t>: </a:t>
                </a:r>
                <a:r>
                  <a:rPr lang="en-US" sz="1400" dirty="0" err="1"/>
                  <a:t>Stessa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struttura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blocco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1400" dirty="0"/>
                  <a:t> al </a:t>
                </a:r>
                <a:r>
                  <a:rPr lang="en-US" sz="1400" dirty="0" err="1"/>
                  <a:t>posto</a:t>
                </a:r>
                <a:r>
                  <a:rPr lang="en-US" sz="1400" dirty="0"/>
                  <a:t> di RBS: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641" y="5689801"/>
                <a:ext cx="4818888" cy="523220"/>
              </a:xfrm>
              <a:prstGeom prst="rect">
                <a:avLst/>
              </a:prstGeom>
              <a:blipFill>
                <a:blip r:embed="rId8"/>
                <a:stretch>
                  <a:fillRect l="-379" t="-116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104</Words>
  <Application>Microsoft Office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68</cp:revision>
  <cp:lastPrinted>2026-09-17T13:58:55Z</cp:lastPrinted>
  <dcterms:created xsi:type="dcterms:W3CDTF">2026-09-14T14:04:34Z</dcterms:created>
  <dcterms:modified xsi:type="dcterms:W3CDTF">2026-09-20T09:49:38Z</dcterms:modified>
</cp:coreProperties>
</file>