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dell'arte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VQE: energia minimizzata su un circuito parametrico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5234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Crippa et al. (2021): primo esempio su dimero di spin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3872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Ansatz hardware-efficient: generico, non sfrutta le simmetrie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2511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Aperto: costruire l'ansatz sulla fisica del sistema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5340096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2F5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5340096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θ* = argminθ ⟨ψ(θ)|H|ψ(θ)⟩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ciclo VQE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96596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173A5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26480" y="1965960"/>
            <a:ext cx="1965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parametrico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|ψ(θ)⟩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49640" y="196596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173A5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49640" y="1965960"/>
            <a:ext cx="1965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 ⟨H⟩(θ)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49640" y="342900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2E8C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3429000"/>
            <a:ext cx="1965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Ottimizzatore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92440" y="2354580"/>
            <a:ext cx="457200" cy="0"/>
          </a:xfrm>
          <a:prstGeom prst="line">
            <a:avLst/>
          </a:prstGeom>
          <a:noFill/>
          <a:ln w="22225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532620" y="2743200"/>
            <a:ext cx="0" cy="685800"/>
          </a:xfrm>
          <a:prstGeom prst="line">
            <a:avLst/>
          </a:prstGeom>
          <a:noFill/>
          <a:ln w="22225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09460" y="3817620"/>
            <a:ext cx="1440180" cy="0"/>
          </a:xfrm>
          <a:prstGeom prst="line">
            <a:avLst/>
          </a:prstGeom>
          <a:noFill/>
          <a:ln w="22225">
            <a:solidFill>
              <a:srgbClr val="5B6B8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09460" y="2743200"/>
            <a:ext cx="0" cy="1074420"/>
          </a:xfrm>
          <a:prstGeom prst="line">
            <a:avLst/>
          </a:prstGeom>
          <a:noFill/>
          <a:ln w="22225">
            <a:solidFill>
              <a:srgbClr val="5B6B84"/>
            </a:solidFill>
            <a:prstDash val="solid"/>
            <a:headEnd type="triangle"/>
          </a:ln>
        </p:spPr>
      </p:sp>
      <p:sp>
        <p:nvSpPr>
          <p:cNvPr id="21" name="Text 19"/>
          <p:cNvSpPr txBox="1"/>
          <p:nvPr/>
        </p:nvSpPr>
        <p:spPr>
          <a:xfrm>
            <a:off x="7109460" y="3858768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 θ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4526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Crippa et al., Magnetochemistry 7, 117 (2021)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1</cp:revision>
  <dcterms:created xsi:type="dcterms:W3CDTF">2026-09-14T10:43:25Z</dcterms:created>
  <dcterms:modified xsi:type="dcterms:W3CDTF">2026-09-14T10:43:25Z</dcterms:modified>
</cp:coreProperties>
</file>