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Suzuki-Trotter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dell’evoluzione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endParaRPr lang="en-US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/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endParaRPr lang="en-US" sz="1400" dirty="0"/>
              </a:p>
              <a:p>
                <a:endParaRPr lang="en-US" sz="1400" dirty="0"/>
              </a:p>
              <a:p>
                <a:pPr algn="ctr"/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1400" dirty="0"/>
              </a:p>
              <a:p>
                <a:pPr algn="ctr"/>
                <a:endParaRPr lang="en-US" sz="1400" dirty="0"/>
              </a:p>
              <a:p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r>
                  <a:rPr lang="en-US" sz="1400" dirty="0"/>
                  <a:t> </a:t>
                </a:r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≠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i="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b="0" i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blipFill>
                <a:blip r:embed="rId4"/>
                <a:stretch>
                  <a:fillRect l="-168" t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127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22</cp:revision>
  <dcterms:created xsi:type="dcterms:W3CDTF">2026-09-14T14:04:34Z</dcterms:created>
  <dcterms:modified xsi:type="dcterms:W3CDTF">2026-09-17T17:08:18Z</dcterms:modified>
</cp:coreProperties>
</file>