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RISULATI</a:t>
            </a:r>
            <a:endParaRPr lang="en-US" sz="1300" dirty="0"/>
          </a:p>
        </p:txBody>
      </p:sp>
      <p:sp>
        <p:nvSpPr>
          <p:cNvPr id="3" name="VQE - Ansatz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rimitive a due qubit"/>
              <p:cNvSpPr txBox="1"/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Primitive a due qubit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Primitive a due qubi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rimitiva RBS">
            <a:extLst>
              <a:ext uri="{FF2B5EF4-FFF2-40B4-BE49-F238E27FC236}">
                <a16:creationId xmlns:a16="http://schemas.microsoft.com/office/drawing/2014/main" id="{81D639B5-F246-0FD2-4065-0BF8083F6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94" y="2415367"/>
            <a:ext cx="3503637" cy="1698081"/>
          </a:xfrm>
          <a:prstGeom prst="rect">
            <a:avLst/>
          </a:prstGeom>
        </p:spPr>
      </p:pic>
      <p:pic>
        <p:nvPicPr>
          <p:cNvPr id="34" name="Primitiva W">
            <a:extLst>
              <a:ext uri="{FF2B5EF4-FFF2-40B4-BE49-F238E27FC236}">
                <a16:creationId xmlns:a16="http://schemas.microsoft.com/office/drawing/2014/main" id="{C8791585-7F09-865E-220C-E61E87F7D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94" y="4676437"/>
            <a:ext cx="2584383" cy="17792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Espressione RBS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/>
              <p:nvPr/>
            </p:nvSpPr>
            <p:spPr>
              <a:xfrm>
                <a:off x="4237784" y="3140753"/>
                <a:ext cx="3320851" cy="566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rotazione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reale</a:t>
                </a:r>
                <a:r>
                  <a:rPr lang="en-US" sz="1400" dirty="0"/>
                  <a:t> - Reconfigurable Beam Splitter</a:t>
                </a:r>
              </a:p>
            </p:txBody>
          </p:sp>
        </mc:Choice>
        <mc:Fallback xmlns="">
          <p:sp>
            <p:nvSpPr>
              <p:cNvPr id="35" name="Espressione RBS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784" y="3140753"/>
                <a:ext cx="3320851" cy="566630"/>
              </a:xfrm>
              <a:prstGeom prst="rect">
                <a:avLst/>
              </a:prstGeom>
              <a:blipFill>
                <a:blip r:embed="rId6"/>
                <a:stretch>
                  <a:fillRect l="-550" b="-10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spressione W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/>
              <p:nvPr/>
            </p:nvSpPr>
            <p:spPr>
              <a:xfrm>
                <a:off x="4237783" y="5546203"/>
                <a:ext cx="3320851" cy="35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rotazione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reale</a:t>
                </a:r>
                <a:endParaRPr lang="en-US" sz="1400" dirty="0"/>
              </a:p>
            </p:txBody>
          </p:sp>
        </mc:Choice>
        <mc:Fallback xmlns="">
          <p:sp>
            <p:nvSpPr>
              <p:cNvPr id="38" name="Espressione W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783" y="5546203"/>
                <a:ext cx="3320851" cy="351186"/>
              </a:xfrm>
              <a:prstGeom prst="rect">
                <a:avLst/>
              </a:prstGeom>
              <a:blipFill>
                <a:blip r:embed="rId7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ella porte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859698"/>
                  </p:ext>
                </p:extLst>
              </p:nvPr>
            </p:nvGraphicFramePr>
            <p:xfrm>
              <a:off x="8018579" y="4250633"/>
              <a:ext cx="3716127" cy="13765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8709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238709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238709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642382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3670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3670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𝑅𝐵𝑆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ella porte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859698"/>
                  </p:ext>
                </p:extLst>
              </p:nvPr>
            </p:nvGraphicFramePr>
            <p:xfrm>
              <a:off x="8018579" y="4250633"/>
              <a:ext cx="3716127" cy="13765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8709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238709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238709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642382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367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3" t="-185000" r="-20295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367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3" t="-280328" r="-20295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692FE5-6D29-C4C6-2B48-8C31942F5E57}"/>
                  </a:ext>
                </a:extLst>
              </p:cNvPr>
              <p:cNvSpPr txBox="1"/>
              <p:nvPr/>
            </p:nvSpPr>
            <p:spPr>
              <a:xfrm>
                <a:off x="8413855" y="3384468"/>
                <a:ext cx="3320851" cy="543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RBS pre </a:t>
                </a:r>
                <a:r>
                  <a:rPr lang="en-US" sz="1400" dirty="0" err="1"/>
                  <a:t>differenziarmi</a:t>
                </a:r>
                <a:r>
                  <a:rPr lang="en-US" sz="1400" dirty="0"/>
                  <a:t> 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l'alternativa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citata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letteratura</a:t>
                </a:r>
                <a:r>
                  <a:rPr lang="en-US" sz="14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692FE5-6D29-C4C6-2B48-8C31942F5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855" y="3384468"/>
                <a:ext cx="3320851" cy="543610"/>
              </a:xfrm>
              <a:prstGeom prst="rect">
                <a:avLst/>
              </a:prstGeom>
              <a:blipFill>
                <a:blip r:embed="rId9"/>
                <a:stretch>
                  <a:fillRect l="-550" t="-1124" b="-1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66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60</cp:revision>
  <dcterms:created xsi:type="dcterms:W3CDTF">2026-09-14T14:04:34Z</dcterms:created>
  <dcterms:modified xsi:type="dcterms:W3CDTF">2026-09-17T15:58:52Z</dcterms:modified>
</cp:coreProperties>
</file>