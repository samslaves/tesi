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62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8788" y="1488345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28788" y="1488345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60691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di Feynman (1982): un sistema quantistico controllabile riproduce 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6522722" y="2531261"/>
                <a:ext cx="5029200" cy="10482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Char char="■"/>
                </a:pP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sistemi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mappano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naturalmente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sui qubit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722" y="2531261"/>
                <a:ext cx="5029200" cy="1048230"/>
              </a:xfrm>
              <a:prstGeom prst="rect">
                <a:avLst/>
              </a:prstGeom>
              <a:blipFill>
                <a:blip r:embed="rId3"/>
                <a:stretch>
                  <a:fillRect l="-254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/>
              <p:nvPr/>
            </p:nvSpPr>
            <p:spPr>
              <a:xfrm>
                <a:off x="503600" y="3989345"/>
                <a:ext cx="5029201" cy="2720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per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simularne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costruisce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dispositivo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controllabile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 cui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evoluzione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riproduce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direttamente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target:</a:t>
                </a:r>
                <a:br>
                  <a:rPr lang="en-US" sz="1400" dirty="0"/>
                </a:b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i="0"/>
                            <m:t>sim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 i="0"/>
                                <m:t>sim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  <a:p>
                <a:endParaRPr lang="en-US" sz="1400" dirty="0"/>
              </a:p>
              <a:p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la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Hamiltoniana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è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locale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—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ovvero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ogni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interagisce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solo con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ristretto di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vicine o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specifiche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solitamente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coppie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— il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termini di tempo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calcolo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porte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non è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più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esponenziale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ma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polinomiale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nel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qubit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00" y="3989345"/>
                <a:ext cx="5029201" cy="2720745"/>
              </a:xfrm>
              <a:prstGeom prst="rect">
                <a:avLst/>
              </a:prstGeom>
              <a:blipFill>
                <a:blip r:embed="rId4"/>
                <a:stretch>
                  <a:fillRect l="-364" t="-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1757B0E-C20E-962C-76D7-E7164CA457B1}"/>
              </a:ext>
            </a:extLst>
          </p:cNvPr>
          <p:cNvSpPr txBox="1"/>
          <p:nvPr/>
        </p:nvSpPr>
        <p:spPr>
          <a:xfrm>
            <a:off x="6522722" y="3989345"/>
            <a:ext cx="55922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solo 0 o 1, un qubit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0, 1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oppure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entrambi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contemporaneamente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grazie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sovrapposizione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quantistica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qubit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natura "doppia"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finché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osservato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misurato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esatto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lettura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il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collassa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definendosi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modo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definitivo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 0 o 1.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190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21</cp:revision>
  <dcterms:created xsi:type="dcterms:W3CDTF">2026-09-15T09:56:14Z</dcterms:created>
  <dcterms:modified xsi:type="dcterms:W3CDTF">2026-09-18T08:44:22Z</dcterms:modified>
</cp:coreProperties>
</file>