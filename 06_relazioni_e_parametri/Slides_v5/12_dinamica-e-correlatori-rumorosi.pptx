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Trotter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Misura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54B9-9594-A124-F417-10AAB2CF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78" y="2267711"/>
            <a:ext cx="3585569" cy="22893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B0FB15-F805-6F7F-4AB6-04416F6B22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4557039"/>
            <a:ext cx="3027141" cy="2199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2D453B-68D4-FF21-2449-0EF66E63F0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10175" y="2103105"/>
            <a:ext cx="3494364" cy="2856320"/>
          </a:xfrm>
          <a:prstGeom prst="rect">
            <a:avLst/>
          </a:prstGeom>
        </p:spPr>
      </p:pic>
      <p:sp>
        <p:nvSpPr>
          <p:cNvPr id="25" name="Desc HA dimero">
            <a:extLst>
              <a:ext uri="{FF2B5EF4-FFF2-40B4-BE49-F238E27FC236}">
                <a16:creationId xmlns:a16="http://schemas.microsoft.com/office/drawing/2014/main" id="{CC103478-1A2D-592F-5BDD-F418F8581675}"/>
              </a:ext>
            </a:extLst>
          </p:cNvPr>
          <p:cNvSpPr txBox="1"/>
          <p:nvPr/>
        </p:nvSpPr>
        <p:spPr>
          <a:xfrm>
            <a:off x="6062792" y="2138249"/>
            <a:ext cx="1974697" cy="90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Trotter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endParaRPr lang="en-US" sz="1200" dirty="0"/>
          </a:p>
        </p:txBody>
      </p:sp>
      <p:sp>
        <p:nvSpPr>
          <p:cNvPr id="43" name="Desc HA dimero">
            <a:extLst>
              <a:ext uri="{FF2B5EF4-FFF2-40B4-BE49-F238E27FC236}">
                <a16:creationId xmlns:a16="http://schemas.microsoft.com/office/drawing/2014/main" id="{15DD6FB7-9B2D-3B59-A430-6431E4611D36}"/>
              </a:ext>
            </a:extLst>
          </p:cNvPr>
          <p:cNvSpPr txBox="1"/>
          <p:nvPr/>
        </p:nvSpPr>
        <p:spPr>
          <a:xfrm>
            <a:off x="2906094" y="3461497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200" dirty="0"/>
          </a:p>
        </p:txBody>
      </p:sp>
      <p:sp>
        <p:nvSpPr>
          <p:cNvPr id="45" name="Desc HA dimero">
            <a:extLst>
              <a:ext uri="{FF2B5EF4-FFF2-40B4-BE49-F238E27FC236}">
                <a16:creationId xmlns:a16="http://schemas.microsoft.com/office/drawing/2014/main" id="{D103FC39-DA99-5F93-68A4-A6E8688D90C2}"/>
              </a:ext>
            </a:extLst>
          </p:cNvPr>
          <p:cNvSpPr txBox="1"/>
          <p:nvPr/>
        </p:nvSpPr>
        <p:spPr>
          <a:xfrm>
            <a:off x="2849985" y="5877742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200" dirty="0"/>
          </a:p>
        </p:txBody>
      </p:sp>
      <p:sp>
        <p:nvSpPr>
          <p:cNvPr id="47" name="Desc HA dimero">
            <a:extLst>
              <a:ext uri="{FF2B5EF4-FFF2-40B4-BE49-F238E27FC236}">
                <a16:creationId xmlns:a16="http://schemas.microsoft.com/office/drawing/2014/main" id="{88FC02DC-F79A-C344-488E-3EC716C654DF}"/>
              </a:ext>
            </a:extLst>
          </p:cNvPr>
          <p:cNvSpPr txBox="1"/>
          <p:nvPr/>
        </p:nvSpPr>
        <p:spPr>
          <a:xfrm>
            <a:off x="1862564" y="2138945"/>
            <a:ext cx="1974842" cy="764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di Trotter - solo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gate (1q+2q)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readout: è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ancilla…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/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… Il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compromesso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fra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errore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Trotter e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gate –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creato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dal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senza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l’ottimo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sarebbe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blipFill>
                <a:blip r:embed="rId6"/>
                <a:stretch>
                  <a:fillRect l="-4651" t="-3968" r="-872" b="-95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 descr="The graph shows a curve with a peak around 0.8, decreasing towards 0.5, and it includes two lines representing different noise-aware Trotter approximations.&#10;&#10;AI-generated content may be incorrect.">
            <a:extLst>
              <a:ext uri="{FF2B5EF4-FFF2-40B4-BE49-F238E27FC236}">
                <a16:creationId xmlns:a16="http://schemas.microsoft.com/office/drawing/2014/main" id="{80B94AAF-EFDF-2ECE-71F3-DA86EC756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539" y="2241131"/>
            <a:ext cx="3355726" cy="2742996"/>
          </a:xfrm>
          <a:prstGeom prst="rect">
            <a:avLst/>
          </a:prstGeom>
        </p:spPr>
      </p:pic>
      <p:sp>
        <p:nvSpPr>
          <p:cNvPr id="67" name="Desc HA dimero">
            <a:extLst>
              <a:ext uri="{FF2B5EF4-FFF2-40B4-BE49-F238E27FC236}">
                <a16:creationId xmlns:a16="http://schemas.microsoft.com/office/drawing/2014/main" id="{B9AC20AC-87B5-1D72-FE11-35096AB63B4B}"/>
              </a:ext>
            </a:extLst>
          </p:cNvPr>
          <p:cNvSpPr txBox="1"/>
          <p:nvPr/>
        </p:nvSpPr>
        <p:spPr>
          <a:xfrm>
            <a:off x="6762009" y="3461497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200" dirty="0"/>
          </a:p>
        </p:txBody>
      </p:sp>
      <p:sp>
        <p:nvSpPr>
          <p:cNvPr id="69" name="Desc HA dimero">
            <a:extLst>
              <a:ext uri="{FF2B5EF4-FFF2-40B4-BE49-F238E27FC236}">
                <a16:creationId xmlns:a16="http://schemas.microsoft.com/office/drawing/2014/main" id="{B4771C60-A5D5-3B40-40C5-D2343B55BAEB}"/>
              </a:ext>
            </a:extLst>
          </p:cNvPr>
          <p:cNvSpPr txBox="1"/>
          <p:nvPr/>
        </p:nvSpPr>
        <p:spPr>
          <a:xfrm>
            <a:off x="10256373" y="3461497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200" dirty="0"/>
          </a:p>
        </p:txBody>
      </p:sp>
      <p:pic>
        <p:nvPicPr>
          <p:cNvPr id="75" name="Picture 74" descr="The diagram illustrates the percentage comparison between dimers and trimers, with dimers having a higher CNOT (controlled NOT gate) rate of 2.98% compared to trimers at 1.4994%.&#10;&#10;AI-generated content may be incorrect.">
            <a:extLst>
              <a:ext uri="{FF2B5EF4-FFF2-40B4-BE49-F238E27FC236}">
                <a16:creationId xmlns:a16="http://schemas.microsoft.com/office/drawing/2014/main" id="{BBAFE481-EBFF-7158-1003-E9BBF1CBD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5036669"/>
            <a:ext cx="3673126" cy="1763101"/>
          </a:xfrm>
          <a:prstGeom prst="rect">
            <a:avLst/>
          </a:prstGeom>
        </p:spPr>
      </p:pic>
      <p:sp>
        <p:nvSpPr>
          <p:cNvPr id="77" name="Desc HA dimero">
            <a:extLst>
              <a:ext uri="{FF2B5EF4-FFF2-40B4-BE49-F238E27FC236}">
                <a16:creationId xmlns:a16="http://schemas.microsoft.com/office/drawing/2014/main" id="{75D2E58B-2D6C-09C7-3AC8-FD069B387AF8}"/>
              </a:ext>
            </a:extLst>
          </p:cNvPr>
          <p:cNvSpPr txBox="1"/>
          <p:nvPr/>
        </p:nvSpPr>
        <p:spPr>
          <a:xfrm>
            <a:off x="8660507" y="5497918"/>
            <a:ext cx="2097305" cy="94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VQE,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la Maggiore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profondità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 CNOT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2)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fidelity 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 doppia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115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86</cp:revision>
  <cp:lastPrinted>2026-09-18T09:16:31Z</cp:lastPrinted>
  <dcterms:created xsi:type="dcterms:W3CDTF">2026-09-14T17:34:23Z</dcterms:created>
  <dcterms:modified xsi:type="dcterms:W3CDTF">2026-09-18T19:41:28Z</dcterms:modified>
</cp:coreProperties>
</file>