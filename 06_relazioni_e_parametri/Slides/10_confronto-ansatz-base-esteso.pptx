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1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48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ansatz generico non basta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15226"/>
            <a:ext cx="4772165" cy="1965960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4232138"/>
            <a:ext cx="4800600" cy="1508760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60120" y="4378442"/>
            <a:ext cx="42005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 a D/J — b/J = 0.35 fisso, PMA base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799066"/>
            <a:ext cx="42005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D/J: 0.0 → F=1.0000    0.4 → F=0.9612    1.0 → F=0.8463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183114"/>
            <a:ext cx="4200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degradazione dipende anche da D, non solo dalla vicinanza all'incrocio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6225" y="6269717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degradazione non sparisce lontano dall'incrocio — dipende, indipendentemente, anche dall'intensità del termine DM</a:t>
            </a:r>
            <a:endParaRPr lang="en-US" sz="1500" dirty="0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35806" y="3686758"/>
            <a:ext cx="4361066" cy="2703861"/>
          </a:xfrm>
          <a:prstGeom prst="rect">
            <a:avLst/>
          </a:prstGeom>
        </p:spPr>
      </p:pic>
      <p:sp>
        <p:nvSpPr>
          <p:cNvPr id="17" name="Shape 9">
            <a:extLst>
              <a:ext uri="{FF2B5EF4-FFF2-40B4-BE49-F238E27FC236}">
                <a16:creationId xmlns:a16="http://schemas.microsoft.com/office/drawing/2014/main" id="{488AC17E-E47C-B563-1AFB-E9465463B42C}"/>
              </a:ext>
            </a:extLst>
          </p:cNvPr>
          <p:cNvSpPr/>
          <p:nvPr/>
        </p:nvSpPr>
        <p:spPr>
          <a:xfrm>
            <a:off x="6416040" y="1611069"/>
            <a:ext cx="4800600" cy="1970117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D0AA3B3-009A-1CDA-FC09-2F110BD262B8}"/>
              </a:ext>
            </a:extLst>
          </p:cNvPr>
          <p:cNvSpPr txBox="1"/>
          <p:nvPr/>
        </p:nvSpPr>
        <p:spPr>
          <a:xfrm>
            <a:off x="932411" y="17107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incrocio</a:t>
            </a:r>
            <a:endParaRPr lang="en-US" sz="15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DE642882-4920-C1DD-C760-857BEC43D5FF}"/>
              </a:ext>
            </a:extLst>
          </p:cNvPr>
          <p:cNvSpPr txBox="1"/>
          <p:nvPr/>
        </p:nvSpPr>
        <p:spPr>
          <a:xfrm>
            <a:off x="4234756" y="2609715"/>
            <a:ext cx="1177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assoluto</a:t>
            </a:r>
            <a:endParaRPr lang="en-US" sz="115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C1EF0B7-F5C7-5CAB-D386-063FB5455466}"/>
              </a:ext>
            </a:extLst>
          </p:cNvPr>
          <p:cNvSpPr txBox="1"/>
          <p:nvPr/>
        </p:nvSpPr>
        <p:spPr>
          <a:xfrm>
            <a:off x="931685" y="2030099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0.2,  D/J = 0.2</a:t>
            </a:r>
            <a:endParaRPr lang="en-US" sz="13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589AEB8D-7E20-4EE9-583F-AAF655D143C6}"/>
              </a:ext>
            </a:extLst>
          </p:cNvPr>
          <p:cNvSpPr txBox="1"/>
          <p:nvPr/>
        </p:nvSpPr>
        <p:spPr>
          <a:xfrm>
            <a:off x="932411" y="244275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CBC856D-E0D5-332F-2C6A-5028E5F70E25}"/>
              </a:ext>
            </a:extLst>
          </p:cNvPr>
          <p:cNvSpPr txBox="1"/>
          <p:nvPr/>
        </p:nvSpPr>
        <p:spPr>
          <a:xfrm>
            <a:off x="932411" y="2790230"/>
            <a:ext cx="314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0.491</a:t>
            </a:r>
            <a:endParaRPr lang="en-US" sz="13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916E202-C893-D83E-E888-CD095B062221}"/>
              </a:ext>
            </a:extLst>
          </p:cNvPr>
          <p:cNvSpPr txBox="1"/>
          <p:nvPr/>
        </p:nvSpPr>
        <p:spPr>
          <a:xfrm>
            <a:off x="932411" y="313853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sp>
        <p:nvSpPr>
          <p:cNvPr id="29" name="Text 3"/>
          <p:cNvSpPr txBox="1"/>
          <p:nvPr/>
        </p:nvSpPr>
        <p:spPr>
          <a:xfrm>
            <a:off x="6779029" y="172079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</a:t>
            </a: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scelto</a:t>
            </a: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dimero</a:t>
            </a:r>
            <a:endParaRPr lang="en-US" sz="1500" dirty="0"/>
          </a:p>
        </p:txBody>
      </p:sp>
      <p:sp>
        <p:nvSpPr>
          <p:cNvPr id="30" name="Text 4"/>
          <p:cNvSpPr txBox="1"/>
          <p:nvPr/>
        </p:nvSpPr>
        <p:spPr>
          <a:xfrm>
            <a:off x="6779029" y="203169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0.35,  D/J = 0.80</a:t>
            </a:r>
            <a:endParaRPr lang="en-US" sz="1300" dirty="0"/>
          </a:p>
        </p:txBody>
      </p:sp>
      <p:sp>
        <p:nvSpPr>
          <p:cNvPr id="31" name="Text 6"/>
          <p:cNvSpPr txBox="1"/>
          <p:nvPr/>
        </p:nvSpPr>
        <p:spPr>
          <a:xfrm>
            <a:off x="6779029" y="2447331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32" name="Text 7"/>
          <p:cNvSpPr txBox="1"/>
          <p:nvPr/>
        </p:nvSpPr>
        <p:spPr>
          <a:xfrm>
            <a:off x="6779029" y="2794803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0.9402</a:t>
            </a:r>
            <a:endParaRPr lang="en-US" sz="1350" dirty="0"/>
          </a:p>
        </p:txBody>
      </p:sp>
      <p:sp>
        <p:nvSpPr>
          <p:cNvPr id="33" name="Text 8"/>
          <p:cNvSpPr txBox="1"/>
          <p:nvPr/>
        </p:nvSpPr>
        <p:spPr>
          <a:xfrm>
            <a:off x="6779029" y="3142275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164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7</cp:revision>
  <dcterms:created xsi:type="dcterms:W3CDTF">2026-09-14T18:01:18Z</dcterms:created>
  <dcterms:modified xsi:type="dcterms:W3CDTF">2026-09-17T14:31:30Z</dcterms:modified>
</cp:coreProperties>
</file>