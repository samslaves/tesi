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9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10043" y="4061861"/>
            <a:ext cx="4713316" cy="2627697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928658" y="4196168"/>
            <a:ext cx="4318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lavoro principale del trimero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928658" y="4507064"/>
            <a:ext cx="43184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b_c = 2.4,  D/J = 0.15,  Opzione B del termine DM accesa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28658" y="4827104"/>
            <a:ext cx="4318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RBS-2q.6:  F = 0.9999110739	(6 CNOT, 46 gate 1q)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28658" y="5174576"/>
            <a:ext cx="4318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W-2q.6:  F = 0.9999999999999996	(6 CNOT, 25 gate 1q)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783030-0AB6-584A-1A10-A7EAB55AE0A9}"/>
                  </a:ext>
                </a:extLst>
              </p:cNvPr>
              <p:cNvSpPr txBox="1"/>
              <p:nvPr/>
            </p:nvSpPr>
            <p:spPr>
              <a:xfrm>
                <a:off x="6608619" y="2546182"/>
                <a:ext cx="4638501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1400" dirty="0"/>
                  <a:t>Con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′/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=0.4 </m:t>
                    </m:r>
                  </m:oMath>
                </a14:m>
                <a:r>
                  <a:rPr lang="en-US" sz="1400" dirty="0" err="1"/>
                  <a:t>fissato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isoscele</a:t>
                </a:r>
                <a:r>
                  <a:rPr lang="en-US" sz="1400" dirty="0"/>
                  <a:t>)</a:t>
                </a:r>
              </a:p>
              <a:p>
                <a:pPr lvl="0"/>
                <a:endParaRPr lang="en-US" sz="1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b="1" dirty="0" err="1"/>
                  <a:t>Opzione</a:t>
                </a:r>
                <a:r>
                  <a:rPr lang="en-US" sz="1400" b="1" dirty="0"/>
                  <a:t> B</a:t>
                </a:r>
                <a:r>
                  <a:rPr lang="en-US" sz="1400" dirty="0"/>
                  <a:t>: </a:t>
                </a:r>
                <a:r>
                  <a:rPr lang="en-US" sz="1400" dirty="0" err="1"/>
                  <a:t>apro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l’incrocio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1.379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=0.15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br>
                  <a:rPr lang="en-US" sz="1400" dirty="0"/>
                </a:br>
                <a:endParaRPr lang="en-US" sz="1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dirty="0" err="1"/>
                  <a:t>Opzione</a:t>
                </a:r>
                <a:r>
                  <a:rPr lang="en-US" sz="1400" dirty="0"/>
                  <a:t> A: </a:t>
                </a:r>
                <a:r>
                  <a:rPr lang="en-US" sz="1400" dirty="0" err="1"/>
                  <a:t>lascia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l'incrocio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protetto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degenere</a:t>
                </a:r>
                <a:r>
                  <a:rPr lang="en-US" sz="1400" dirty="0"/>
                  <a:t>).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783030-0AB6-584A-1A10-A7EAB55AE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619" y="2546182"/>
                <a:ext cx="4638501" cy="1384995"/>
              </a:xfrm>
              <a:prstGeom prst="rect">
                <a:avLst/>
              </a:prstGeom>
              <a:blipFill>
                <a:blip r:embed="rId3"/>
                <a:stretch>
                  <a:fillRect l="-394" t="-881" b="-3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5F764549-A077-63FC-B4DD-AC37CEFB6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0" y="2471374"/>
            <a:ext cx="5602778" cy="3465629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405D4814-7FB0-F6F3-BD08-8B1E1408FC32}"/>
              </a:ext>
            </a:extLst>
          </p:cNvPr>
          <p:cNvSpPr/>
          <p:nvPr/>
        </p:nvSpPr>
        <p:spPr>
          <a:xfrm>
            <a:off x="652702" y="1487975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itle Circuito Trimero">
            <a:extLst>
              <a:ext uri="{FF2B5EF4-FFF2-40B4-BE49-F238E27FC236}">
                <a16:creationId xmlns:a16="http://schemas.microsoft.com/office/drawing/2014/main" id="{AB384EB5-91B4-CBDD-4734-971D8915613D}"/>
              </a:ext>
            </a:extLst>
          </p:cNvPr>
          <p:cNvSpPr txBox="1"/>
          <p:nvPr/>
        </p:nvSpPr>
        <p:spPr>
          <a:xfrm>
            <a:off x="607160" y="1545402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i="1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7F23BEF-CFFA-93BC-76F7-DA73099C4F75}"/>
              </a:ext>
            </a:extLst>
          </p:cNvPr>
          <p:cNvSpPr txBox="1"/>
          <p:nvPr/>
        </p:nvSpPr>
        <p:spPr>
          <a:xfrm>
            <a:off x="6928658" y="5865422"/>
            <a:ext cx="4121144" cy="43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esattamente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sull’incrocio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È il punto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delcato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il VQE,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quindi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test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20</cp:revision>
  <dcterms:created xsi:type="dcterms:W3CDTF">2026-09-14T17:34:23Z</dcterms:created>
  <dcterms:modified xsi:type="dcterms:W3CDTF">2026-09-18T08:51:46Z</dcterms:modified>
</cp:coreProperties>
</file>