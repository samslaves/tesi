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206" y="2148842"/>
            <a:ext cx="4370992" cy="3393946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119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27</cp:revision>
  <dcterms:created xsi:type="dcterms:W3CDTF">2026-09-14T17:34:23Z</dcterms:created>
  <dcterms:modified xsi:type="dcterms:W3CDTF">2026-09-18T19:24:32Z</dcterms:modified>
</cp:coreProperties>
</file>