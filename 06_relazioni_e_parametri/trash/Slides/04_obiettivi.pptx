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Estendere il metodo VQE dal dimero al trimero di spin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chiuso: stato fondamentale, dinamica, correlatori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aperto: rumore realistico calibrato su hardware IBM</a:t>
            </a:r>
            <a:endParaRPr lang="en-US" sz="2000" dirty="0"/>
          </a:p>
        </p:txBody>
      </p:sp>
      <p:pic>
        <p:nvPicPr>
          <p:cNvPr id="7" name="Image 0" descr="/home/claude/deck/assets/preview_s4_obietti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5394960" cy="354970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</cp:revision>
  <dcterms:created xsi:type="dcterms:W3CDTF">2026-09-14T12:41:28Z</dcterms:created>
  <dcterms:modified xsi:type="dcterms:W3CDTF">2026-09-14T12:56:38Z</dcterms:modified>
</cp:coreProperties>
</file>