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45720"/>
            <a:ext cx="2834640" cy="2834640"/>
          </a:xfrm>
          <a:prstGeom prst="ellipse">
            <a:avLst/>
          </a:prstGeom>
          <a:ln w="12700">
            <a:solidFill>
              <a:srgbClr val="2E8C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320040"/>
            <a:ext cx="2103120" cy="2103120"/>
          </a:xfrm>
          <a:prstGeom prst="ellipse">
            <a:avLst/>
          </a:prstGeom>
          <a:ln w="12700">
            <a:solidFill>
              <a:srgbClr val="2E8C93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685800"/>
            <a:ext cx="1371600" cy="1371600"/>
          </a:xfrm>
          <a:prstGeom prst="ellipse">
            <a:avLst/>
          </a:prstGeom>
          <a:ln w="12700">
            <a:solidFill>
              <a:srgbClr val="2E8C93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325880"/>
            <a:ext cx="91440" cy="91440"/>
          </a:xfrm>
          <a:prstGeom prst="ellipse">
            <a:avLst/>
          </a:prstGeom>
          <a:solidFill>
            <a:srgbClr val="4FD8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2026-09-14T09:54:52Z</dcterms:created>
  <dcterms:modified xsi:type="dcterms:W3CDTF">2026-09-14T09:54:52Z</dcterms:modified>
</cp:coreProperties>
</file>