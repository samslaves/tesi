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90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47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930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12" name="VQE - Ansatz">
            <a:extLst>
              <a:ext uri="{FF2B5EF4-FFF2-40B4-BE49-F238E27FC236}">
                <a16:creationId xmlns:a16="http://schemas.microsoft.com/office/drawing/2014/main" id="{5F79BB14-D1EB-7791-7349-0B3851189112}"/>
              </a:ext>
            </a:extLst>
          </p:cNvPr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Statica</a:t>
            </a:r>
            <a:endParaRPr lang="en-US" sz="36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A09C46F-1D81-6637-ED9D-5535D92130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2411" y="2148840"/>
            <a:ext cx="4507586" cy="3393947"/>
          </a:xfrm>
          <a:prstGeom prst="rect">
            <a:avLst/>
          </a:prstGeom>
        </p:spPr>
      </p:pic>
      <p:sp>
        <p:nvSpPr>
          <p:cNvPr id="20" name="Shape 2">
            <a:extLst>
              <a:ext uri="{FF2B5EF4-FFF2-40B4-BE49-F238E27FC236}">
                <a16:creationId xmlns:a16="http://schemas.microsoft.com/office/drawing/2014/main" id="{F4718F5B-C55B-64DF-D81B-F8C8C54FCCF3}"/>
              </a:ext>
            </a:extLst>
          </p:cNvPr>
          <p:cNvSpPr/>
          <p:nvPr/>
        </p:nvSpPr>
        <p:spPr>
          <a:xfrm>
            <a:off x="652779" y="149047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Primitive a due qubit">
            <a:extLst>
              <a:ext uri="{FF2B5EF4-FFF2-40B4-BE49-F238E27FC236}">
                <a16:creationId xmlns:a16="http://schemas.microsoft.com/office/drawing/2014/main" id="{F1723D25-7A93-CFC7-BD25-4E48F41785D7}"/>
              </a:ext>
            </a:extLst>
          </p:cNvPr>
          <p:cNvSpPr txBox="1"/>
          <p:nvPr/>
        </p:nvSpPr>
        <p:spPr>
          <a:xfrm>
            <a:off x="652778" y="1490472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Livelli di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approssimazione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VQE e gap</a:t>
            </a:r>
            <a:endParaRPr lang="en-US" sz="2100" i="1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B885715-53D8-A5AD-AE37-C85FD523B1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29207" y="2148842"/>
            <a:ext cx="4370990" cy="3393946"/>
          </a:xfrm>
          <a:prstGeom prst="rect">
            <a:avLst/>
          </a:prstGeom>
        </p:spPr>
      </p:pic>
      <p:graphicFrame>
        <p:nvGraphicFramePr>
          <p:cNvPr id="28" name="Table 0">
            <a:extLst>
              <a:ext uri="{FF2B5EF4-FFF2-40B4-BE49-F238E27FC236}">
                <a16:creationId xmlns:a16="http://schemas.microsoft.com/office/drawing/2014/main" id="{7C30B9A2-D73B-A487-8EDD-4C2653116ECD}"/>
              </a:ext>
            </a:extLst>
          </p:cNvPr>
          <p:cNvGraphicFramePr>
            <a:graphicFrameLocks noGrp="1"/>
          </p:cNvGraphicFramePr>
          <p:nvPr/>
        </p:nvGraphicFramePr>
        <p:xfrm>
          <a:off x="6126481" y="5542788"/>
          <a:ext cx="5437829" cy="1203960"/>
        </p:xfrm>
        <a:graphic>
          <a:graphicData uri="http://schemas.openxmlformats.org/drawingml/2006/table">
            <a:tbl>
              <a:tblPr/>
              <a:tblGrid>
                <a:gridCol w="592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2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2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13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4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66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56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S₁₂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Energia (b=0)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 (J=1,J'=0.4)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 (M)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1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 + 2J'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+3/2, +1/2, −1/2, −3/2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1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 − 4J'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+1/2, −1/2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1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+1/2, −1/2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2" name="Table 0">
            <a:extLst>
              <a:ext uri="{FF2B5EF4-FFF2-40B4-BE49-F238E27FC236}">
                <a16:creationId xmlns:a16="http://schemas.microsoft.com/office/drawing/2014/main" id="{3A297860-CA20-BB7D-CC53-DBD5D8A49B2F}"/>
              </a:ext>
            </a:extLst>
          </p:cNvPr>
          <p:cNvGraphicFramePr>
            <a:graphicFrameLocks noGrp="1"/>
          </p:cNvGraphicFramePr>
          <p:nvPr/>
        </p:nvGraphicFramePr>
        <p:xfrm>
          <a:off x="498764" y="5542788"/>
          <a:ext cx="4381243" cy="1203960"/>
        </p:xfrm>
        <a:graphic>
          <a:graphicData uri="http://schemas.openxmlformats.org/drawingml/2006/table">
            <a:tbl>
              <a:tblPr/>
              <a:tblGrid>
                <a:gridCol w="807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2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1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67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83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01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 (J=1)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 (M)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1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Tripletto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 + 2bM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dipende da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 0, −1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7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Singoletto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−3.0 (costante)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119</Words>
  <Application>Microsoft Office PowerPoint</Application>
  <PresentationFormat>Widescreen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28</cp:revision>
  <dcterms:created xsi:type="dcterms:W3CDTF">2026-09-14T17:34:23Z</dcterms:created>
  <dcterms:modified xsi:type="dcterms:W3CDTF">2026-09-20T09:50:53Z</dcterms:modified>
</cp:coreProperties>
</file>