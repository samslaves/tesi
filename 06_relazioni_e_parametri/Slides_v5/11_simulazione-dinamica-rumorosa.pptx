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Funzioni di correlazione dinamica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p>
                    <m:d>
                      <m:d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s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Canali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2299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D702AE-4FAD-D9A4-BEB8-C924470B4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302" y="2020825"/>
            <a:ext cx="4629011" cy="25337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52779" y="5582293"/>
            <a:ext cx="4629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Simulatore</a:t>
            </a:r>
            <a:r>
              <a:rPr lang="en-US" sz="1400" dirty="0"/>
              <a:t> con </a:t>
            </a:r>
            <a:r>
              <a:rPr lang="en-US" sz="1400" dirty="0" err="1"/>
              <a:t>rumore</a:t>
            </a:r>
            <a:r>
              <a:rPr lang="en-US" sz="1400" dirty="0"/>
              <a:t>: ogni gate e ogni </a:t>
            </a:r>
            <a:r>
              <a:rPr lang="en-US" sz="1400" dirty="0" err="1"/>
              <a:t>lettura</a:t>
            </a:r>
            <a:r>
              <a:rPr lang="en-US" sz="1400" dirty="0"/>
              <a:t> introduce </a:t>
            </a:r>
            <a:r>
              <a:rPr lang="en-US" sz="1400" dirty="0" err="1"/>
              <a:t>errore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27685" y="6184910"/>
            <a:ext cx="4629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Modello</a:t>
            </a:r>
            <a:r>
              <a:rPr lang="en-US" sz="1400" dirty="0"/>
              <a:t> </a:t>
            </a:r>
            <a:r>
              <a:rPr lang="en-US" sz="1400" dirty="0" err="1"/>
              <a:t>minimale</a:t>
            </a:r>
            <a:r>
              <a:rPr lang="en-US" sz="1400" dirty="0"/>
              <a:t>: 2 </a:t>
            </a:r>
            <a:r>
              <a:rPr lang="en-US" sz="1400" dirty="0" err="1"/>
              <a:t>canali</a:t>
            </a:r>
            <a:r>
              <a:rPr lang="en-US" sz="1400" dirty="0"/>
              <a:t>- </a:t>
            </a:r>
            <a:r>
              <a:rPr lang="en-US" sz="1400" dirty="0" err="1"/>
              <a:t>depolarizzante</a:t>
            </a:r>
            <a:r>
              <a:rPr lang="en-US" sz="1400" dirty="0"/>
              <a:t> (gate) + </a:t>
            </a:r>
            <a:r>
              <a:rPr lang="en-US" sz="1400" dirty="0" err="1"/>
              <a:t>lettura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79C275-42D6-7C3E-A776-775F5D436A7C}"/>
              </a:ext>
            </a:extLst>
          </p:cNvPr>
          <p:cNvSpPr txBox="1"/>
          <p:nvPr/>
        </p:nvSpPr>
        <p:spPr>
          <a:xfrm>
            <a:off x="6960395" y="4536186"/>
            <a:ext cx="4629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Parametri</a:t>
            </a:r>
            <a:r>
              <a:rPr lang="en-US" sz="1400" dirty="0"/>
              <a:t> </a:t>
            </a:r>
            <a:r>
              <a:rPr lang="en-US" sz="1400" dirty="0" err="1"/>
              <a:t>calibrati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ibm_torino</a:t>
            </a:r>
            <a:r>
              <a:rPr lang="en-US" sz="1400" dirty="0"/>
              <a:t> (IBM Heron r1, 133 qubit):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/>
              <p:nvPr/>
            </p:nvSpPr>
            <p:spPr>
              <a:xfrm>
                <a:off x="652779" y="4554599"/>
                <a:ext cx="4629012" cy="973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400" dirty="0"/>
                  <a:t>È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complesso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con </a:t>
                </a:r>
                <a:r>
                  <a:rPr lang="en-US" sz="1400" dirty="0" err="1"/>
                  <a:t>un'ancilla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sovrapposizione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crea</a:t>
                </a:r>
                <a:r>
                  <a:rPr lang="en-US" sz="1400" dirty="0"/>
                  <a:t> due rami </a:t>
                </a:r>
                <a:r>
                  <a:rPr lang="en-US" sz="1400" dirty="0" err="1"/>
                  <a:t>paralleli</a:t>
                </a:r>
                <a:r>
                  <a:rPr lang="en-US" sz="1400" dirty="0"/>
                  <a:t> (uno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400" dirty="0"/>
                  <a:t>​, </a:t>
                </a:r>
                <a:r>
                  <a:rPr lang="en-US" sz="1400" dirty="0" err="1"/>
                  <a:t>l'altro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/>
                  <a:t>​) e li fa </a:t>
                </a:r>
                <a:r>
                  <a:rPr lang="en-US" sz="1400" b="1" dirty="0" err="1"/>
                  <a:t>interferire</a:t>
                </a:r>
                <a:r>
                  <a:rPr lang="en-US" sz="1400" dirty="0"/>
                  <a:t>; </a:t>
                </a:r>
                <a:r>
                  <a:rPr lang="en-US" sz="1400" dirty="0" err="1"/>
                  <a:t>l'esito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letto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dalla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probabilità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dell'ancilla</a:t>
                </a:r>
                <a:r>
                  <a:rPr lang="en-US" sz="1400" dirty="0"/>
                  <a:t>, è il </a:t>
                </a:r>
                <a:r>
                  <a:rPr lang="en-US" sz="1400" dirty="0" err="1"/>
                  <a:t>correlatore</a:t>
                </a:r>
                <a:endParaRPr lang="en-US" sz="14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554599"/>
                <a:ext cx="4629012" cy="973280"/>
              </a:xfrm>
              <a:prstGeom prst="rect">
                <a:avLst/>
              </a:prstGeom>
              <a:blipFill>
                <a:blip r:embed="rId6"/>
                <a:stretch>
                  <a:fillRect l="-132" t="-1250" b="-5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Эволюция IBM: от табулирующих машин до суперкомпьютеров">
            <a:extLst>
              <a:ext uri="{FF2B5EF4-FFF2-40B4-BE49-F238E27FC236}">
                <a16:creationId xmlns:a16="http://schemas.microsoft.com/office/drawing/2014/main" id="{E258CBB9-D963-B64F-189B-9C94C9813B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366" t="18086" r="2096" b="16150"/>
          <a:stretch>
            <a:fillRect/>
          </a:stretch>
        </p:blipFill>
        <p:spPr>
          <a:xfrm>
            <a:off x="9345500" y="5248915"/>
            <a:ext cx="1817029" cy="14411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/>
              <p:nvPr/>
            </p:nvSpPr>
            <p:spPr>
              <a:xfrm>
                <a:off x="7194520" y="5579778"/>
                <a:ext cx="2099930" cy="77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=2.9×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=3.8×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𝑟𝑒𝑎𝑑𝑜𝑢𝑡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=2.3×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520" y="5579778"/>
                <a:ext cx="2099930" cy="779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119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Wingdings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51</cp:revision>
  <dcterms:created xsi:type="dcterms:W3CDTF">2026-09-14T17:34:23Z</dcterms:created>
  <dcterms:modified xsi:type="dcterms:W3CDTF">2026-09-18T19:40:22Z</dcterms:modified>
</cp:coreProperties>
</file>