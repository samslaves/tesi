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metodo — simmetrie → ansatz, VQE+Trotter → correlatori, rumore calibrato su hardware reale — esteso dal dimero al trimero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272888" cy="2331720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54203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99232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di preferenza degli ansatz si inverte: W-2q.6 domina RBS-2q (nel dimero era il contrario)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75304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dinamica richiede un livello in più di approssimazione (qubit condivisi fra legami), convergenza sensibilmente più lenta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151376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rumore, la maggiore profondità dell'ansatz canonico dà una degradazione di fedeltà doppia a parità di calibrazione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2377440"/>
            <a:ext cx="5272888" cy="2331720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53048" y="254203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resta vero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999232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criterio N* = argmax_N |C(N)| funziona in entrambi (qui non sovrastima il valore fisico, a differenza del dimero)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575304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Riuso dei parametri ideali sotto rumore: robusto in entrambi (scostamento misurabile solo nel trimero, senza conseguenze su N*)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151376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modello di rumore, stessa metodologia di verifica (esatto → solo Trotter → Trotter+rumore) applicata a entrambi i sistemi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56048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17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05840" y="4956048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 conclusioni metodologiche stabilite su un sistema a due spin non si trasferiscono automaticamente a un sistema anche di poco superiore — ciascun confronto richiede una verifica specifica per il sistema e il punto di lavoro considerati.”</a:t>
            </a:r>
            <a:endParaRPr lang="en-US" sz="15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</cp:revision>
  <dcterms:created xsi:type="dcterms:W3CDTF">2026-09-18T08:41:29Z</dcterms:created>
  <dcterms:modified xsi:type="dcterms:W3CDTF">2026-09-18T09:01:50Z</dcterms:modified>
</cp:coreProperties>
</file>