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1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48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ansatz generico non basta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15226"/>
            <a:ext cx="4772165" cy="196596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4232138"/>
            <a:ext cx="4800600" cy="1508760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4378442"/>
            <a:ext cx="42005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 a D/J — b/J = 0.35 fisso, PMA 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799066"/>
            <a:ext cx="4200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D/J: 0.0 → F=1.0000    0.4 → F=0.9612    1.0 → F=0.8463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183114"/>
            <a:ext cx="4200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dalla vicinanza all'incrocio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225" y="6269717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non sparisce lontano dall'incrocio — dipende, indipendentemente, anche dall'intensità del termine DM</a:t>
            </a:r>
            <a:endParaRPr lang="en-US" sz="1500" dirty="0"/>
          </a:p>
        </p:txBody>
      </p:sp>
      <p:pic>
        <p:nvPicPr>
          <p:cNvPr id="16" name="Image 0" descr="/home/claude/deck/assets/thesis_figs/fig04_vqe_riparazion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182" y="3686758"/>
            <a:ext cx="4402315" cy="2703861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416040" y="1611069"/>
            <a:ext cx="4800600" cy="197011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32411" y="1710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34756" y="2609715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31685" y="203009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32411" y="244275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32411" y="2790230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0.491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32411" y="313853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6779029" y="172079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dimero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6779029" y="203169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6779029" y="2447331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6779029" y="2794803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0.9402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6779029" y="3142275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164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</cp:revision>
  <dcterms:created xsi:type="dcterms:W3CDTF">2026-09-14T18:01:18Z</dcterms:created>
  <dcterms:modified xsi:type="dcterms:W3CDTF">2026-09-17T14:28:23Z</dcterms:modified>
</cp:coreProperties>
</file>