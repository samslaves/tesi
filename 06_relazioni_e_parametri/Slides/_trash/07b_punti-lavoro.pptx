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fenomeno, in pratica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—  b/J = 0.35,  D/J = 0.80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base:  F = 0.9402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esteso:  F = 1.000000 (12 cifre)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36792" y="192024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02552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—  b/J = −0.18,  D/J = 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base:  F = 0.8517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esteso:  F = 1 (12 cifre)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anche per la dinamica di Trotter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due punti non sono scelti a caso: verranno riusati nelle slide successive — dinamica, correlatori, rumore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2026-09-14T14:45:27Z</dcterms:created>
  <dcterms:modified xsi:type="dcterms:W3CDTF">2026-09-14T14:45:27Z</dcterms:modified>
</cp:coreProperties>
</file>