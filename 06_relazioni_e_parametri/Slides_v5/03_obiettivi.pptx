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accoppiati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mappati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direttamente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b="1" dirty="0"/>
                  <a:t>2 qubit</a:t>
                </a:r>
                <a:r>
                  <a:rPr lang="en-US" sz="1200" dirty="0"/>
                  <a:t>.</a:t>
                </a:r>
              </a:p>
              <a:p>
                <a:pPr algn="just"/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Pauli:</a:t>
                </a:r>
              </a:p>
              <a:p>
                <a:pPr algn="just"/>
                <a:endParaRPr lang="en-US" sz="12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lvl="0" algn="just"/>
                <a:endParaRPr lang="en-US" sz="1200" dirty="0"/>
              </a:p>
              <a:p>
                <a:pPr algn="just"/>
                <a:r>
                  <a:rPr lang="en-US" sz="1200" dirty="0" err="1"/>
                  <a:t>tre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fisici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accoppiamento</a:t>
                </a:r>
                <a:r>
                  <a:rPr lang="en-US" sz="1200" dirty="0"/>
                  <a:t>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dirty="0"/>
                  <a:t> (campo),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interazione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Dzyaloshinskii</a:t>
                </a:r>
                <a:r>
                  <a:rPr lang="en-US" sz="1200" dirty="0"/>
                  <a:t>–Moriya) </a:t>
                </a:r>
                <a:r>
                  <a:rPr lang="en-US" sz="1200" dirty="0" err="1"/>
                  <a:t>sufficienti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produrre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banale</a:t>
                </a:r>
                <a:r>
                  <a:rPr lang="en-US" sz="1200" dirty="0"/>
                  <a:t>.</a:t>
                </a:r>
              </a:p>
              <a:p>
                <a:pPr marL="304800" indent="-304800" algn="just">
                  <a:buSzPct val="100000"/>
                  <a:buChar char="■"/>
                </a:pPr>
                <a:endParaRPr lang="en-US" sz="1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blipFill>
                <a:blip r:embed="rId3"/>
                <a:stretch>
                  <a:fillRect l="-127" r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200" dirty="0"/>
                  <a:t>Tre spin</a:t>
                </a:r>
                <a:r>
                  <a:rPr lang="en-US" sz="12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disposti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triangolo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isoscele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anello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chiuso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</a:t>
                </a:r>
                <a:br>
                  <a:rPr lang="en-US" sz="1200" dirty="0"/>
                </a:br>
                <a:endParaRPr lang="en-US" sz="12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algn="just"/>
                <a:endParaRPr lang="en-US" sz="1200" dirty="0"/>
              </a:p>
              <a:p>
                <a:pPr algn="just"/>
                <a:r>
                  <a:rPr lang="en-US" sz="1200" dirty="0"/>
                  <a:t>un </a:t>
                </a:r>
                <a:r>
                  <a:rPr lang="en-US" sz="1200" dirty="0" err="1"/>
                  <a:t>legame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più</a:t>
                </a:r>
                <a:r>
                  <a:rPr lang="en-US" sz="1200" dirty="0"/>
                  <a:t> rispetto al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), </a:t>
                </a:r>
                <a:r>
                  <a:rPr lang="en-US" sz="1200" dirty="0" err="1"/>
                  <a:t>sufficiente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introdurre</a:t>
                </a:r>
                <a:r>
                  <a:rPr lang="en-US" sz="1200" dirty="0"/>
                  <a:t> un </a:t>
                </a:r>
                <a:r>
                  <a:rPr lang="en-US" sz="1200" dirty="0" err="1"/>
                  <a:t>fenomeno</a:t>
                </a:r>
                <a:r>
                  <a:rPr lang="en-US" sz="1200" dirty="0"/>
                  <a:t> del </a:t>
                </a:r>
                <a:r>
                  <a:rPr lang="en-US" sz="1200" dirty="0" err="1"/>
                  <a:t>tutto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assente</a:t>
                </a:r>
                <a:r>
                  <a:rPr lang="en-US" sz="1200" dirty="0"/>
                  <a:t> a due spin: la </a:t>
                </a:r>
                <a:r>
                  <a:rPr lang="en-US" sz="1200" b="1" dirty="0" err="1"/>
                  <a:t>frustrazione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geometrica</a:t>
                </a:r>
                <a:r>
                  <a:rPr lang="en-US" sz="1200" dirty="0"/>
                  <a:t>.</a:t>
                </a:r>
              </a:p>
              <a:p>
                <a:pPr algn="just" rtl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blipFill>
                <a:blip r:embed="rId4"/>
                <a:stretch>
                  <a:fillRect l="-111" t="-3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2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nella mappa non unitaria</a:t>
                </a:r>
              </a:p>
              <a:p>
                <a:endParaRPr lang="it-IT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blipFill>
                <a:blip r:embed="rId5"/>
                <a:stretch>
                  <a:fillRect l="-127" t="-7222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195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28</cp:revision>
  <dcterms:created xsi:type="dcterms:W3CDTF">2026-09-14T12:41:28Z</dcterms:created>
  <dcterms:modified xsi:type="dcterms:W3CDTF">2026-09-18T19:12:39Z</dcterms:modified>
</cp:coreProperties>
</file>