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48848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549058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200" dirty="0"/>
              <a:t>: </a:t>
            </a:r>
            <a:r>
              <a:rPr lang="en-US" sz="1200" dirty="0" err="1"/>
              <a:t>termine</a:t>
            </a:r>
            <a:r>
              <a:rPr lang="en-US" sz="1200" dirty="0"/>
              <a:t> di </a:t>
            </a:r>
            <a:r>
              <a:rPr lang="en-US" sz="1200" dirty="0" err="1"/>
              <a:t>confronto</a:t>
            </a:r>
            <a:r>
              <a:rPr lang="en-US" sz="1200" dirty="0"/>
              <a:t> (baseline </a:t>
            </a:r>
            <a:r>
              <a:rPr lang="en-US" sz="1200" dirty="0" err="1"/>
              <a:t>generica</a:t>
            </a:r>
            <a:r>
              <a:rPr lang="en-US" sz="1200" dirty="0"/>
              <a:t>, senza </a:t>
            </a:r>
            <a:r>
              <a:rPr lang="en-US" sz="1200" dirty="0" err="1"/>
              <a:t>usare</a:t>
            </a:r>
            <a:r>
              <a:rPr lang="en-US" sz="1200" dirty="0"/>
              <a:t> la </a:t>
            </a:r>
            <a:r>
              <a:rPr lang="en-US" sz="1200" dirty="0" err="1"/>
              <a:t>fisica</a:t>
            </a:r>
            <a:r>
              <a:rPr lang="en-US" sz="1200" dirty="0"/>
              <a:t> del </a:t>
            </a:r>
            <a:r>
              <a:rPr lang="en-US" sz="1200" dirty="0" err="1"/>
              <a:t>problema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920" y="4960878"/>
            <a:ext cx="2321794" cy="1125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r>
                  <a:rPr lang="en-US" sz="12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blipFill>
                <a:blip r:embed="rId9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6393" y="4993529"/>
            <a:ext cx="1627923" cy="1120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blipFill>
                <a:blip r:embed="rId11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107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68</cp:revision>
  <cp:lastPrinted>2026-09-17T13:58:55Z</cp:lastPrinted>
  <dcterms:created xsi:type="dcterms:W3CDTF">2026-09-14T14:04:34Z</dcterms:created>
  <dcterms:modified xsi:type="dcterms:W3CDTF">2026-09-18T19:16:22Z</dcterms:modified>
</cp:coreProperties>
</file>