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613432" y="2932825"/>
                <a:ext cx="3966470" cy="2916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932825"/>
                <a:ext cx="3966470" cy="2916632"/>
              </a:xfrm>
              <a:prstGeom prst="rect">
                <a:avLst/>
              </a:prstGeom>
              <a:blipFill>
                <a:blip r:embed="rId3"/>
                <a:stretch>
                  <a:fillRect l="-462" t="-418" r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27</cp:revision>
  <dcterms:created xsi:type="dcterms:W3CDTF">2026-09-14T14:04:34Z</dcterms:created>
  <dcterms:modified xsi:type="dcterms:W3CDTF">2026-09-18T17:59:01Z</dcterms:modified>
</cp:coreProperties>
</file>