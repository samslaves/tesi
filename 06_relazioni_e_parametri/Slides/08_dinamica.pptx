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2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U(τ) ≈ e</a:t>
            </a:r>
            <a:pPr algn="ctr" indent="0" marL="0">
              <a:buNone/>
            </a:pPr>
            <a:r>
              <a:rPr lang="en-US" sz="19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−iH₂τ</a:t>
            </a:r>
            <a:pPr algn="ctr" indent="0" marL="0">
              <a:buNone/>
            </a:pPr>
            <a:r>
              <a:rPr lang="en-US" sz="19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</a:t>
            </a:r>
            <a:pPr algn="ctr" indent="0" marL="0">
              <a:buNone/>
            </a:pPr>
            <a:r>
              <a:rPr lang="en-US" sz="19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−iH₁τ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568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19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αβ</a:t>
            </a:r>
            <a:pPr algn="ctr" indent="0" marL="0">
              <a:buNone/>
            </a:pPr>
            <a:r>
              <a:rPr lang="en-US" sz="19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(t) = ⟨ψ</a:t>
            </a:r>
            <a:pPr algn="ctr" indent="0" marL="0">
              <a:buNone/>
            </a:pPr>
            <a:r>
              <a:rPr lang="en-US" sz="1900" b="1" baseline="-4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ctr" indent="0" marL="0">
              <a:buNone/>
            </a:pPr>
            <a:r>
              <a:rPr lang="en-US" sz="19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|σ</a:t>
            </a:r>
            <a:pPr algn="ctr" indent="0" marL="0">
              <a:buNone/>
            </a:pPr>
            <a:r>
              <a:rPr lang="en-US" sz="19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pPr algn="ctr" indent="0" marL="0">
              <a:buNone/>
            </a:pPr>
            <a:r>
              <a:rPr lang="en-US" sz="19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(t) σ</a:t>
            </a:r>
            <a:pPr algn="ctr" indent="0" marL="0">
              <a:buNone/>
            </a:pPr>
            <a:r>
              <a:rPr lang="en-US" sz="19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</a:t>
            </a:r>
            <a:pPr algn="ctr" indent="0" marL="0">
              <a:buNone/>
            </a:pPr>
            <a:r>
              <a:rPr lang="en-US" sz="19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(0)|ψ</a:t>
            </a:r>
            <a:pPr algn="ctr" indent="0" marL="0">
              <a:buNone/>
            </a:pPr>
            <a:r>
              <a:rPr lang="en-US" sz="1900" b="1" baseline="-4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algn="ctr" indent="0" marL="0">
              <a:buNone/>
            </a:pPr>
            <a:r>
              <a:rPr lang="en-US" sz="19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⟩</a:t>
            </a:r>
            <a:endParaRPr lang="en-US" sz="1900" dirty="0"/>
          </a:p>
        </p:txBody>
      </p:sp>
      <p:pic>
        <p:nvPicPr>
          <p:cNvPr id="7" name="Image 0" descr="/home/claude/deck/assets/thesis_figs/fig07_correlatore_validazion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5454" y="2606040"/>
            <a:ext cx="5900788" cy="3429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6172200"/>
            <a:ext cx="3454298" cy="4572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/>
        </p:spPr>
      </p:sp>
      <p:sp>
        <p:nvSpPr>
          <p:cNvPr id="9" name="Shape 6"/>
          <p:cNvSpPr/>
          <p:nvPr/>
        </p:nvSpPr>
        <p:spPr>
          <a:xfrm>
            <a:off x="786384" y="6345936"/>
            <a:ext cx="109728" cy="109728"/>
          </a:xfrm>
          <a:prstGeom prst="ellipse">
            <a:avLst/>
          </a:prstGeom>
          <a:solidFill>
            <a:srgbClr val="2F7DB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05840" y="6172200"/>
            <a:ext cx="2951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Evoluzione: decomposizione di Suzuki–Trotter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68698" y="6172200"/>
            <a:ext cx="3454298" cy="4572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/>
        </p:spPr>
      </p:sp>
      <p:sp>
        <p:nvSpPr>
          <p:cNvPr id="12" name="Shape 9"/>
          <p:cNvSpPr/>
          <p:nvPr/>
        </p:nvSpPr>
        <p:spPr>
          <a:xfrm>
            <a:off x="4515002" y="6345936"/>
            <a:ext cx="109728" cy="109728"/>
          </a:xfrm>
          <a:prstGeom prst="ellipse">
            <a:avLst/>
          </a:prstGeom>
          <a:solidFill>
            <a:srgbClr val="D97B2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734458" y="6172200"/>
            <a:ext cx="2951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Correlatori: qubit ancilla (Hadamard test)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97317" y="6172200"/>
            <a:ext cx="3454298" cy="4572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8243621" y="6345936"/>
            <a:ext cx="109728" cy="109728"/>
          </a:xfrm>
          <a:prstGeom prst="ellipse">
            <a:avLst/>
          </a:prstGeom>
          <a:solidFill>
            <a:srgbClr val="1FA97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63077" y="6172200"/>
            <a:ext cx="2951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Validato: circuito vs calcolo esatto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</cp:revision>
  <dcterms:created xsi:type="dcterms:W3CDTF">2026-09-14T14:13:45Z</dcterms:created>
  <dcterms:modified xsi:type="dcterms:W3CDTF">2026-09-14T14:13:45Z</dcterms:modified>
</cp:coreProperties>
</file>