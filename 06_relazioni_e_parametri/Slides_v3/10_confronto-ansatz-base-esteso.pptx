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486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7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34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15226"/>
            <a:ext cx="4772165" cy="196596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31685" y="6144768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9306" y="3719525"/>
            <a:ext cx="4898967" cy="3037360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416040" y="1611069"/>
            <a:ext cx="4800600" cy="197011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32411" y="17107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34756" y="2609715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31685" y="203009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32411" y="244275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32411" y="2790230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32411" y="313853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6779029" y="172079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dimero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6779029" y="203169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6779029" y="2447331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6779029" y="2794803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6779029" y="3142275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127" y="3719525"/>
            <a:ext cx="4361066" cy="256533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116</Words>
  <Application>Microsoft Office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19</cp:revision>
  <dcterms:created xsi:type="dcterms:W3CDTF">2026-09-14T18:01:18Z</dcterms:created>
  <dcterms:modified xsi:type="dcterms:W3CDTF">2026-09-17T16:01:54Z</dcterms:modified>
</cp:coreProperties>
</file>