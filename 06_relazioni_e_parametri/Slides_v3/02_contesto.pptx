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108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18</cp:revision>
  <dcterms:created xsi:type="dcterms:W3CDTF">2026-09-14T11:01:08Z</dcterms:created>
  <dcterms:modified xsi:type="dcterms:W3CDTF">2026-09-17T12:44:27Z</dcterms:modified>
</cp:coreProperties>
</file>