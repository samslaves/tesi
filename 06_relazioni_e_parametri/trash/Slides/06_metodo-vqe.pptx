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VQE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|⟨ψ</a:t>
            </a:r>
            <a:r>
              <a:rPr lang="en-US" sz="2100" b="1" baseline="-4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</a:t>
            </a:r>
            <a:r>
              <a:rPr lang="en-US" sz="2100" b="1" baseline="-4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⟩|</a:t>
            </a:r>
            <a:r>
              <a:rPr lang="en-US" sz="21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pic>
        <p:nvPicPr>
          <p:cNvPr id="6" name="Image 0" descr="/home/claude/deck/assets/thesis_figs/circ_ha_hi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3320851" cy="1325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621024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pic>
        <p:nvPicPr>
          <p:cNvPr id="8" name="Image 1" descr="/home/claude/deck/assets/thesis_figs/circ_pma_ba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531" y="2240280"/>
            <a:ext cx="4278335" cy="1325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89531" y="3621024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 —  </a:t>
            </a:r>
          </a:p>
          <a:p>
            <a:pPr algn="ctr"/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singoletto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basso) — W = CNOT-Ry-CNOT</a:t>
            </a:r>
            <a:endParaRPr lang="en-US" sz="1200" dirty="0"/>
          </a:p>
        </p:txBody>
      </p:sp>
      <p:pic>
        <p:nvPicPr>
          <p:cNvPr id="10" name="Image 2" descr="/home/claude/deck/assets/thesis_figs/circ_pma_esteso_hi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465" y="2240280"/>
            <a:ext cx="2321794" cy="1325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96465" y="3621024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pic>
        <p:nvPicPr>
          <p:cNvPr id="12" name="Image 3" descr="/home/claude/deck/assets/preview_s6_break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23360"/>
            <a:ext cx="4572000" cy="23317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86400" y="402336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rotazioni Ry indipendenti rompono la conservazione di M — a partire da |10⟩ si copre l'intero spazio a 2 qubit (F = 1)</a:t>
            </a:r>
            <a:endParaRPr lang="en-US" sz="1700" dirty="0"/>
          </a:p>
        </p:txBody>
      </p:sp>
      <p:pic>
        <p:nvPicPr>
          <p:cNvPr id="14" name="Image 4" descr="/home/claude/deck/assets/preview_s6_confin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23360"/>
            <a:ext cx="4572000" cy="23317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486400" y="402336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Qualunque numero di blocchi K: fedeltà invariata (F = 0.4912 per K = 1, 2, 3, 4) — limite strutturale, non di capacità espressiva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5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3</cp:revision>
  <dcterms:created xsi:type="dcterms:W3CDTF">2026-09-14T14:04:34Z</dcterms:created>
  <dcterms:modified xsi:type="dcterms:W3CDTF">2026-09-14T17:05:02Z</dcterms:modified>
</cp:coreProperties>
</file>