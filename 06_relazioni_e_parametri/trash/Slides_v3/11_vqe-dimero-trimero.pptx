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00337" y="2148840"/>
            <a:ext cx="4370992" cy="3393946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/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/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/>
              <p:nvPr/>
            </p:nvSpPr>
            <p:spPr>
              <a:xfrm>
                <a:off x="4962700" y="2577353"/>
                <a:ext cx="1596637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/>
                  <a:t>Attivando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DM, il punto in cui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due </a:t>
                </a:r>
                <a:r>
                  <a:rPr lang="en-US" sz="1100" dirty="0" err="1"/>
                  <a:t>livelli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restano</a:t>
                </a:r>
                <a:r>
                  <a:rPr lang="en-US" sz="1100" dirty="0"/>
                  <a:t> </a:t>
                </a:r>
                <a:r>
                  <a:rPr lang="en-US" sz="1100" dirty="0" err="1"/>
                  <a:t>più</a:t>
                </a:r>
                <a:r>
                  <a:rPr lang="en-US" sz="1100" dirty="0"/>
                  <a:t> </a:t>
                </a:r>
                <a:r>
                  <a:rPr lang="en-US" sz="1100" dirty="0" err="1"/>
                  <a:t>vicini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fra</a:t>
                </a:r>
                <a:r>
                  <a:rPr lang="en-US" sz="1100" dirty="0"/>
                  <a:t> loro non coincide </a:t>
                </a:r>
                <a:r>
                  <a:rPr lang="en-US" sz="1100" dirty="0" err="1"/>
                  <a:t>esattamente</a:t>
                </a:r>
                <a:r>
                  <a:rPr lang="en-US" sz="1100" dirty="0"/>
                  <a:t> con il punto in cui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incrociavano</a:t>
                </a:r>
                <a:r>
                  <a:rPr lang="en-US" sz="1100" dirty="0"/>
                  <a:t> prima </a:t>
                </a:r>
                <a:r>
                  <a:rPr lang="en-US" sz="1100" dirty="0" err="1"/>
                  <a:t>che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 fosse </a:t>
                </a:r>
                <a:r>
                  <a:rPr lang="en-US" sz="1100" dirty="0" err="1"/>
                  <a:t>acceso</a:t>
                </a:r>
                <a:r>
                  <a:rPr lang="en-US" sz="1100" dirty="0"/>
                  <a:t> -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sposta</a:t>
                </a:r>
                <a:r>
                  <a:rPr lang="en-US" sz="1100" dirty="0"/>
                  <a:t> </a:t>
                </a:r>
                <a:r>
                  <a:rPr lang="en-US" sz="1100" dirty="0" err="1"/>
                  <a:t>leggermente</a:t>
                </a:r>
                <a:r>
                  <a:rPr lang="en-US" sz="1100" dirty="0"/>
                  <a:t>, in </a:t>
                </a:r>
                <a:r>
                  <a:rPr lang="en-US" sz="1100" dirty="0" err="1"/>
                  <a:t>entrambi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sistemi</a:t>
                </a:r>
                <a:r>
                  <a:rPr lang="en-US" sz="1100" dirty="0"/>
                  <a:t> (</a:t>
                </a:r>
                <a:r>
                  <a:rPr lang="en-US" sz="1100" dirty="0" err="1"/>
                  <a:t>dimero</a:t>
                </a:r>
                <a:r>
                  <a:rPr lang="en-US" sz="1100" dirty="0"/>
                  <a:t>: da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2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2.07</m:t>
                    </m:r>
                  </m:oMath>
                </a14:m>
                <a:r>
                  <a:rPr lang="en-US" sz="1100" dirty="0"/>
                  <a:t>; </a:t>
                </a:r>
                <a:r>
                  <a:rPr lang="en-US" sz="1100" dirty="0" err="1"/>
                  <a:t>trimero</a:t>
                </a:r>
                <a:r>
                  <a:rPr lang="en-US" sz="1100" dirty="0"/>
                  <a:t>: da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en-US" sz="1100" dirty="0"/>
                  <a:t>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2.41</m:t>
                    </m:r>
                  </m:oMath>
                </a14:m>
                <a:r>
                  <a:rPr lang="en-US" sz="1100" dirty="0"/>
                  <a:t>).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700" y="2577353"/>
                <a:ext cx="1596637" cy="2462213"/>
              </a:xfrm>
              <a:prstGeom prst="rect">
                <a:avLst/>
              </a:prstGeom>
              <a:blipFill>
                <a:blip r:embed="rId5"/>
                <a:stretch>
                  <a:fillRect t="-248" r="-1908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185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26</cp:revision>
  <dcterms:created xsi:type="dcterms:W3CDTF">2026-09-14T17:34:23Z</dcterms:created>
  <dcterms:modified xsi:type="dcterms:W3CDTF">2026-09-18T08:53:32Z</dcterms:modified>
</cp:coreProperties>
</file>