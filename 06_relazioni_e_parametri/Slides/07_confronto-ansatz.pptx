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54" y="3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2486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ansatz generico non basta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0120" y="1874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punto di lavoro principale del dimero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85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b/J = 0.35,  D/J = 0.80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4871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DM ha un'unica forma possibile nel dimero (un solo legame) — a differenza del trimero, dove servono più opzioni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175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(6 par.):  F = 1.000000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3649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base (1 par.):  F = 0.9402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7124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esteso (3 par.):  F = 1.000000 (12 cifre) — 2 CNOT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9768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0120" y="44439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Sensibilità a D/J — b/J = 0.35 fisso, PMA base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86460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D/J: 0.0 → F=1.0000    0.4 → F=0.9612    1.0 → F=0.8463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486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conferma: la degradazione dipende anche da D, non solo dalla vicinanza all'incrocio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98932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degradazione non sparisce lontano dall'incrocio — dipende, indipendentemente, anche dall'intensità del termine DM</a:t>
            </a:r>
            <a:endParaRPr lang="en-US" sz="1500" dirty="0"/>
          </a:p>
        </p:txBody>
      </p:sp>
      <p:pic>
        <p:nvPicPr>
          <p:cNvPr id="16" name="Image 0" descr="/home/claude/deck/assets/thesis_figs/fig04_vqe_riparazion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117" y="1965960"/>
            <a:ext cx="5508517" cy="33832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146</Words>
  <Application>Microsoft Office PowerPoint</Application>
  <PresentationFormat>Widescreen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2</cp:revision>
  <dcterms:created xsi:type="dcterms:W3CDTF">2026-09-14T18:01:18Z</dcterms:created>
  <dcterms:modified xsi:type="dcterms:W3CDTF">2026-09-14T18:55:12Z</dcterms:modified>
</cp:coreProperties>
</file>