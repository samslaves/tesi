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628788" y="3797958"/>
                <a:ext cx="10911535" cy="1858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400" dirty="0"/>
                </a:b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 i="0"/>
                                <m:t>sim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88" y="3797958"/>
                <a:ext cx="10911535" cy="1858970"/>
              </a:xfrm>
              <a:prstGeom prst="rect">
                <a:avLst/>
              </a:prstGeom>
              <a:blipFill>
                <a:blip r:embed="rId3"/>
                <a:stretch>
                  <a:fillRect l="-168" t="-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119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22</cp:revision>
  <dcterms:created xsi:type="dcterms:W3CDTF">2026-09-15T09:56:14Z</dcterms:created>
  <dcterms:modified xsi:type="dcterms:W3CDTF">2026-09-18T17:56:18Z</dcterms:modified>
</cp:coreProperties>
</file>