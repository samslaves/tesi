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0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2.pn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fidelity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 xmlns="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 xmlns="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107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69</cp:revision>
  <cp:lastPrinted>2026-09-17T13:58:55Z</cp:lastPrinted>
  <dcterms:created xsi:type="dcterms:W3CDTF">2026-09-14T14:04:34Z</dcterms:created>
  <dcterms:modified xsi:type="dcterms:W3CDTF">2026-09-20T09:49:05Z</dcterms:modified>
</cp:coreProperties>
</file>