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52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TRIENNALE IN FISICA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 of molecular spin systems on quantum hardware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Samuele Schiavi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Prof. Alessandro Chiesa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Parma  —  Corso di Laurea in Fisica</a:t>
            </a:r>
            <a:endParaRPr lang="en-US" sz="1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F5F2E-936A-C9B2-9AFA-42B5F9070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460" y="342900"/>
            <a:ext cx="1564919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3</cp:revision>
  <dcterms:created xsi:type="dcterms:W3CDTF">2026-09-14T09:54:52Z</dcterms:created>
  <dcterms:modified xsi:type="dcterms:W3CDTF">2026-09-16T07:13:40Z</dcterms:modified>
</cp:coreProperties>
</file>