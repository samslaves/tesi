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861731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861731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0372A8A6-9823-8578-2EF5-595D23930FAC}"/>
              </a:ext>
            </a:extLst>
          </p:cNvPr>
          <p:cNvSpPr txBox="1"/>
          <p:nvPr/>
        </p:nvSpPr>
        <p:spPr>
          <a:xfrm>
            <a:off x="1945605" y="6493840"/>
            <a:ext cx="8300484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err="1">
                <a:solidFill>
                  <a:srgbClr val="5B6B84"/>
                </a:solidFill>
              </a:rPr>
              <a:t>Peruzzo</a:t>
            </a:r>
            <a:r>
              <a:rPr lang="en-US" sz="1100" i="1" dirty="0">
                <a:solidFill>
                  <a:srgbClr val="5B6B84"/>
                </a:solidFill>
              </a:rPr>
              <a:t> et al., Nat. Commun. 5, 4213 (2014); Chiesa et al., Rep. Prog. Phys. 87, 034501 (2024); Chicco et al., JACS 146, 1053 (2024)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149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20</cp:revision>
  <dcterms:created xsi:type="dcterms:W3CDTF">2026-09-14T11:01:08Z</dcterms:created>
  <dcterms:modified xsi:type="dcterms:W3CDTF">2026-09-20T09:47:02Z</dcterms:modified>
</cp:coreProperties>
</file>