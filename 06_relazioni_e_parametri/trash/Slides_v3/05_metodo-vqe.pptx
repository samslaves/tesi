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0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56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Quantum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Eigensolver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(VQE)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67032" y="14578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13432" y="1457880"/>
            <a:ext cx="10965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ibrido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-classico per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trovare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un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Hamiltoniano</a:t>
            </a:r>
            <a:endParaRPr lang="en-US" sz="21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/>
              <p:nvPr/>
            </p:nvSpPr>
            <p:spPr>
              <a:xfrm>
                <a:off x="586480" y="3325238"/>
                <a:ext cx="3966470" cy="23284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Il Variational Quantum </a:t>
                </a:r>
                <a:r>
                  <a:rPr lang="en-US" sz="1200" dirty="0" err="1"/>
                  <a:t>Eigensolver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sfrutta</a:t>
                </a:r>
                <a:r>
                  <a:rPr lang="en-US" sz="1200" dirty="0"/>
                  <a:t> il </a:t>
                </a:r>
                <a:r>
                  <a:rPr lang="en-US" sz="1200" b="1" dirty="0"/>
                  <a:t>Principio </a:t>
                </a:r>
                <a:r>
                  <a:rPr lang="en-US" sz="1200" b="1" dirty="0" err="1"/>
                  <a:t>Variazionale</a:t>
                </a:r>
                <a:endParaRPr lang="en-US" sz="1200" dirty="0"/>
              </a:p>
              <a:p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d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  <a:p>
                <a:endParaRPr lang="en-US" sz="1200" dirty="0"/>
              </a:p>
              <a:p>
                <a:r>
                  <a:rPr lang="en-US" sz="1200" dirty="0"/>
                  <a:t>il computer </a:t>
                </a:r>
                <a:r>
                  <a:rPr lang="en-US" sz="1200" dirty="0" err="1"/>
                  <a:t>quantistico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prepara</a:t>
                </a:r>
                <a:r>
                  <a:rPr lang="en-US" sz="1200" dirty="0"/>
                  <a:t> lo </a:t>
                </a:r>
                <a:r>
                  <a:rPr lang="en-US" sz="1200" dirty="0" err="1"/>
                  <a:t>stato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variazionale</a:t>
                </a:r>
                <a14:m>
                  <m:oMath xmlns:m="http://schemas.openxmlformats.org/officeDocument/2006/math">
                    <m:r>
                      <a:rPr lang="en-US" sz="12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2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200" dirty="0"/>
                  <a:t> (</a:t>
                </a:r>
                <a:r>
                  <a:rPr lang="en-US" sz="1200" i="1" dirty="0"/>
                  <a:t>Ansatz</a:t>
                </a:r>
                <a:r>
                  <a:rPr lang="en-US" sz="1200" dirty="0"/>
                  <a:t>) e </a:t>
                </a:r>
                <a:r>
                  <a:rPr lang="en-US" sz="1200" dirty="0" err="1"/>
                  <a:t>misura</a:t>
                </a:r>
                <a:r>
                  <a:rPr lang="en-US" sz="1200" dirty="0"/>
                  <a:t> il </a:t>
                </a:r>
                <a:r>
                  <a:rPr lang="en-US" sz="1200" dirty="0" err="1"/>
                  <a:t>valore</a:t>
                </a:r>
                <a:r>
                  <a:rPr lang="en-US" sz="1200" dirty="0"/>
                  <a:t> di </a:t>
                </a:r>
                <a:r>
                  <a:rPr lang="en-US" sz="1200" dirty="0" err="1"/>
                  <a:t>aspettazione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dell'energia</a:t>
                </a:r>
                <a:r>
                  <a:rPr lang="en-US" sz="1200" dirty="0"/>
                  <a:t>.</a:t>
                </a:r>
              </a:p>
              <a:p>
                <a:r>
                  <a:rPr lang="en-US" sz="1200" dirty="0" err="1"/>
                  <a:t>L'ottimizzatore</a:t>
                </a:r>
                <a:r>
                  <a:rPr lang="en-US" sz="1200" dirty="0"/>
                  <a:t> classico </a:t>
                </a:r>
                <a:r>
                  <a:rPr lang="en-US" sz="1200" dirty="0" err="1"/>
                  <a:t>aggiorna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parametri</a:t>
                </a:r>
                <a:r>
                  <a:rPr lang="en-US" sz="1200" dirty="0"/>
                  <a:t> θ per </a:t>
                </a:r>
                <a:r>
                  <a:rPr lang="en-US" sz="1200" dirty="0" err="1"/>
                  <a:t>convergere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allo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stato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fondamentale</a:t>
                </a:r>
                <a:r>
                  <a:rPr lang="en-US" sz="1200" dirty="0"/>
                  <a:t> E₀.</a:t>
                </a:r>
                <a:br>
                  <a:rPr lang="en-US" sz="1200" dirty="0"/>
                </a:br>
                <a:endParaRPr lang="en-US" sz="1200" dirty="0"/>
              </a:p>
              <a:p>
                <a:endParaRPr lang="en-US" sz="1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80" y="3325238"/>
                <a:ext cx="3966470" cy="23284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7">
            <a:extLst>
              <a:ext uri="{FF2B5EF4-FFF2-40B4-BE49-F238E27FC236}">
                <a16:creationId xmlns:a16="http://schemas.microsoft.com/office/drawing/2014/main" id="{8A6B5100-C7D3-AA46-8997-47D01243ED22}"/>
              </a:ext>
            </a:extLst>
          </p:cNvPr>
          <p:cNvSpPr txBox="1"/>
          <p:nvPr/>
        </p:nvSpPr>
        <p:spPr>
          <a:xfrm>
            <a:off x="586479" y="271459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chiusi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20F1B5-B27E-939F-033A-307E3B04F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19" y="2423425"/>
            <a:ext cx="6868853" cy="393543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73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26</cp:revision>
  <dcterms:created xsi:type="dcterms:W3CDTF">2026-09-14T14:04:34Z</dcterms:created>
  <dcterms:modified xsi:type="dcterms:W3CDTF">2026-09-18T08:44:55Z</dcterms:modified>
</cp:coreProperties>
</file>