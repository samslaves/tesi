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 dinamici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αβ</a:t>
            </a:r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= ⟨ψ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|σ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σ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(0)|ψ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780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combinazioni possibili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25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siti × 3 componenti (α,β ∈ {x,y,z})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36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nulle all'istante iniziale (simmetria)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resta nulla per ogni tempo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0782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 di riferimento: C₁₁^yz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443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ricchezza spettrale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a₂/a₁ = 0.71 (tre pesi comparabili)</a:t>
            </a:r>
            <a:endParaRPr lang="en-US" sz="1300" dirty="0"/>
          </a:p>
        </p:txBody>
      </p:sp>
      <p:pic>
        <p:nvPicPr>
          <p:cNvPr id="15" name="Image 0" descr="/home/claude/deck/assets/thesis_figs/circ_correlatore_re_im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1584" y="2240280"/>
            <a:ext cx="3809305" cy="35661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263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trimero lo stesso metodo si applica al punto R0 — nessuna differenza concettuale rilevante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2026-09-15T07:12:33Z</dcterms:created>
  <dcterms:modified xsi:type="dcterms:W3CDTF">2026-09-15T07:12:33Z</dcterms:modified>
</cp:coreProperties>
</file>