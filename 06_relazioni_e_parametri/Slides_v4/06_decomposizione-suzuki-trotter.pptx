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127</Words>
  <Application>Microsoft Office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23</cp:revision>
  <dcterms:created xsi:type="dcterms:W3CDTF">2026-09-14T14:04:34Z</dcterms:created>
  <dcterms:modified xsi:type="dcterms:W3CDTF">2026-09-18T08:45:31Z</dcterms:modified>
</cp:coreProperties>
</file>