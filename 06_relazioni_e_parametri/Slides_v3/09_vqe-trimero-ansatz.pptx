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VQE - Ansatz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- Ansatz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Circuito Trimero">
                <a:extLst>
                  <a:ext uri="{FF2B5EF4-FFF2-40B4-BE49-F238E27FC236}">
                    <a16:creationId xmlns:a16="http://schemas.microsoft.com/office/drawing/2014/main" id="{6F06D79C-D78E-4C9A-C7FB-7D704A6485B9}"/>
                  </a:ext>
                </a:extLst>
              </p:cNvPr>
              <p:cNvSpPr txBox="1"/>
              <p:nvPr/>
            </p:nvSpPr>
            <p:spPr>
              <a:xfrm>
                <a:off x="594538" y="1611907"/>
                <a:ext cx="1091153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Circuito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Quantistico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endParaRPr lang="en-US" dirty="0"/>
              </a:p>
            </p:txBody>
          </p:sp>
        </mc:Choice>
        <mc:Fallback xmlns="">
          <p:sp>
            <p:nvSpPr>
              <p:cNvPr id="7" name="Title Circuito Trimero">
                <a:extLst>
                  <a:ext uri="{FF2B5EF4-FFF2-40B4-BE49-F238E27FC236}">
                    <a16:creationId xmlns:a16="http://schemas.microsoft.com/office/drawing/2014/main" id="{6F06D79C-D78E-4C9A-C7FB-7D704A648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38" y="1611907"/>
                <a:ext cx="10911535" cy="415498"/>
              </a:xfrm>
              <a:prstGeom prst="rect">
                <a:avLst/>
              </a:prstGeom>
              <a:blipFill>
                <a:blip r:embed="rId3"/>
                <a:stretch>
                  <a:fillRect t="-8696" b="-27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blipFill>
                <a:blip r:embed="rId4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173" y="3171404"/>
            <a:ext cx="5571825" cy="2290057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38" y="3213350"/>
            <a:ext cx="5349299" cy="224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/>
                  <a:t>RBS +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rotazioni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indipendenti</a:t>
                </a:r>
                <a:r>
                  <a:rPr lang="en-US" sz="1400" dirty="0"/>
                  <a:t> sui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legami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idea del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estesa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spin: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blipFill>
                <a:blip r:embed="rId7"/>
                <a:stretch>
                  <a:fillRect l="-379" t="-820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struttura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blocco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400" dirty="0"/>
                  <a:t> al </a:t>
                </a:r>
                <a:r>
                  <a:rPr lang="en-US" sz="1400" dirty="0" err="1"/>
                  <a:t>posto</a:t>
                </a:r>
                <a:r>
                  <a:rPr lang="en-US" sz="1400" dirty="0"/>
                  <a:t> di RBS: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blipFill>
                <a:blip r:embed="rId8"/>
                <a:stretch>
                  <a:fillRect l="-37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103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66</cp:revision>
  <cp:lastPrinted>2026-09-17T13:58:55Z</cp:lastPrinted>
  <dcterms:created xsi:type="dcterms:W3CDTF">2026-09-14T14:04:34Z</dcterms:created>
  <dcterms:modified xsi:type="dcterms:W3CDTF">2026-09-17T16:00:54Z</dcterms:modified>
</cp:coreProperties>
</file>