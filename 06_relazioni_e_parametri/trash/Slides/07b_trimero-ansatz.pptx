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criterio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cambia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B: rompe la simmetria residua (l'Opzione A la conserva) — apre il gap all'incrocio invece di lasciarlo esatto ma spostato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540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  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01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  (6 CNOT, 25 gate 1q)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di verifica — 13 punti, b/J ∈ [0.3, 4.5]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6542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1.00000000 ovunque  (ansatz W-2q.6)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0383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stato iniziale X|000⟩ in tutti i punti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4223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aggiuntivo a conferma di Scenario A (sweep di verifica, non lo sweep principale) — nessuna logica a rami, a differenza del dimero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capovolgimento: nel dimero RBS è il più economico; nel trimero è W — 25 gate 1-qubit contro 46, a parità di 6 CNOT</a:t>
            </a:r>
            <a:endParaRPr lang="en-US" sz="1500" dirty="0"/>
          </a:p>
        </p:txBody>
      </p:sp>
      <p:pic>
        <p:nvPicPr>
          <p:cNvPr id="16" name="Image 0" descr="/home/claude/deck/assets/thesis_figs/circ_w2q_anell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246065"/>
            <a:ext cx="4096869" cy="2644234"/>
          </a:xfrm>
          <a:prstGeom prst="rect">
            <a:avLst/>
          </a:prstGeom>
        </p:spPr>
      </p:pic>
      <p:pic>
        <p:nvPicPr>
          <p:cNvPr id="17" name="Image 1" descr="/home/claude/deck/assets/thesis_figs/circ_rbs2q_anello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3" y="3661363"/>
            <a:ext cx="4096868" cy="2644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188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</cp:revision>
  <dcterms:created xsi:type="dcterms:W3CDTF">2026-09-14T17:34:23Z</dcterms:created>
  <dcterms:modified xsi:type="dcterms:W3CDTF">2026-09-14T17:52:13Z</dcterms:modified>
</cp:coreProperties>
</file>