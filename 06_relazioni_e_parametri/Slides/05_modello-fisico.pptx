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147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0016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Modello fisico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J(X₁X₂+Y₁Y₂+Z₁Z₂) + b(Z₁+Z₂) + D(X₁Z₂−Z₁X₂)</a:t>
            </a:r>
            <a:endParaRPr lang="en-US" sz="2300" dirty="0"/>
          </a:p>
        </p:txBody>
      </p:sp>
      <p:pic>
        <p:nvPicPr>
          <p:cNvPr id="6" name="Image 0" descr="/home/claude/deck/assets/preview_s5_modell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788920"/>
            <a:ext cx="4572000" cy="29105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0" y="288036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buSzPct val="100000"/>
              <a:buChar char="■"/>
            </a:pPr>
            <a:r>
              <a:rPr lang="en-US" sz="18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spin 1/2 ↔ un qubit (mappatura diretta)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943600" y="3721608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buSzPct val="100000"/>
              <a:buChar char="■"/>
            </a:pPr>
            <a:r>
              <a:rPr lang="en-US" sz="18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J: scambio isotropo (Heisenberg)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5943600" y="4562856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buSzPct val="100000"/>
              <a:buChar char="■"/>
            </a:pPr>
            <a:r>
              <a:rPr lang="en-US" sz="18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D: termine di Dzyaloshinskii–Moriya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5943600" y="5404104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buSzPct val="100000"/>
              <a:buChar char="■"/>
            </a:pPr>
            <a:r>
              <a:rPr lang="en-US" sz="18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campo Zeeman lungo z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</Words>
  <Application>Microsoft Office PowerPoint</Application>
  <PresentationFormat>Widescreen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1</cp:revision>
  <dcterms:created xsi:type="dcterms:W3CDTF">2026-09-14T12:59:12Z</dcterms:created>
  <dcterms:modified xsi:type="dcterms:W3CDTF">2026-09-14T13:01:14Z</dcterms:modified>
</cp:coreProperties>
</file>