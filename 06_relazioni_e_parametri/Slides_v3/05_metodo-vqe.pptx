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6480" y="15544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Variational Quantum </a:t>
                </a:r>
                <a:r>
                  <a:rPr lang="en-US" sz="1200" dirty="0" err="1"/>
                  <a:t>Eigensolver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sfrutta</a:t>
                </a:r>
                <a:r>
                  <a:rPr lang="en-US" sz="1200" dirty="0"/>
                  <a:t> il </a:t>
                </a:r>
                <a:r>
                  <a:rPr lang="en-US" sz="1200" b="1" dirty="0"/>
                  <a:t>Principio </a:t>
                </a:r>
                <a:r>
                  <a:rPr lang="en-US" sz="1200" b="1" dirty="0" err="1"/>
                  <a:t>Variazionale</a:t>
                </a:r>
                <a:endParaRPr lang="en-US" sz="12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il computer </a:t>
                </a:r>
                <a:r>
                  <a:rPr lang="en-US" sz="1200" dirty="0" err="1"/>
                  <a:t>quantistico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prepara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i="1" dirty="0"/>
                  <a:t>Ansatz</a:t>
                </a:r>
                <a:r>
                  <a:rPr lang="en-US" sz="1200" dirty="0"/>
                  <a:t>) e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aspettazione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dell'energia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L'ottimizzatore</a:t>
                </a:r>
                <a:r>
                  <a:rPr lang="en-US" sz="1200" dirty="0"/>
                  <a:t> classico </a:t>
                </a:r>
                <a:r>
                  <a:rPr lang="en-US" sz="1200" dirty="0" err="1"/>
                  <a:t>aggiorna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θ per </a:t>
                </a:r>
                <a:r>
                  <a:rPr lang="en-US" sz="1200" dirty="0" err="1"/>
                  <a:t>convergere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fondamentale</a:t>
                </a:r>
                <a:r>
                  <a:rPr lang="en-US" sz="1200" dirty="0"/>
                  <a:t> E₀.</a:t>
                </a:r>
                <a:br>
                  <a:rPr lang="en-US" sz="1200" dirty="0"/>
                </a:br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714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73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25</cp:revision>
  <dcterms:created xsi:type="dcterms:W3CDTF">2026-09-14T14:04:34Z</dcterms:created>
  <dcterms:modified xsi:type="dcterms:W3CDTF">2026-09-17T17:08:04Z</dcterms:modified>
</cp:coreProperties>
</file>