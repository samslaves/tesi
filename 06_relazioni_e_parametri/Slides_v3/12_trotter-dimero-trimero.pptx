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∥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𝑐𝑖𝑟𝑐𝑢𝑖𝑡𝑜</m:t>
                        </m:r>
                      </m:sub>
                    </m:sSub>
                    <m:r>
                      <a:rPr lang="en-US" sz="1200"/>
                      <m:t>−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𝑒𝑠𝑎𝑡𝑡𝑜</m:t>
                        </m:r>
                      </m:sub>
                    </m:sSub>
                    <m:r>
                      <a:rPr lang="en-US" sz="1200"/>
                      <m:t>∥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circuito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approssima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/>
                        </m:ctrlPr>
                      </m:sSupPr>
                      <m:e>
                        <m:r>
                          <a:rPr lang="en-US" sz="1200" i="1"/>
                          <m:t>𝑒</m:t>
                        </m:r>
                      </m:e>
                      <m:sup>
                        <m:r>
                          <a:rPr lang="en-US" sz="1200"/>
                          <m:t>−</m:t>
                        </m:r>
                        <m:r>
                          <a:rPr lang="en-US" sz="1200" i="1"/>
                          <m:t>𝑖𝐻𝑡</m:t>
                        </m:r>
                      </m:sup>
                    </m:sSup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in generale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caso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peggiore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qualunque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−1</m:t>
                    </m:r>
                  </m:oMath>
                </a14:m>
                <a:r>
                  <a:rPr lang="en-US" sz="1200" dirty="0"/>
                  <a:t>−1.</a:t>
                </a:r>
              </a:p>
              <a:p>
                <a:pPr lvl="0"/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1−</m:t>
                    </m:r>
                    <m:r>
                      <a:rPr lang="en-US" sz="1200"/>
                      <m:t>ℱ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sbaglia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sullo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stato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iniziale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specifico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usiamo</a:t>
                </a:r>
                <a:r>
                  <a:rPr lang="en-US" sz="1200" dirty="0"/>
                  <a:t> (∣00⟩ o ∣000⟩)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−2</m:t>
                    </m:r>
                  </m:oMath>
                </a14:m>
                <a:r>
                  <a:rPr lang="en-US" sz="1200" dirty="0"/>
                  <a:t>, </a:t>
                </a:r>
                <a:r>
                  <a:rPr lang="en-US" sz="1200" dirty="0" err="1"/>
                  <a:t>perché</a:t>
                </a:r>
                <a:r>
                  <a:rPr lang="en-US" sz="1200" dirty="0"/>
                  <a:t> è </a:t>
                </a:r>
                <a:r>
                  <a:rPr lang="en-US" sz="1200" dirty="0" err="1"/>
                  <a:t>essenzialmente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quadrato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dell'errore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sull'ampiezza</a:t>
                </a:r>
                <a:r>
                  <a:rPr lang="en-US" sz="1200" dirty="0"/>
                  <a:t>.</a:t>
                </a: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=0</m:t>
                    </m:r>
                  </m:oMath>
                </a14:m>
                <a:r>
                  <a:rPr lang="en-US" sz="1200" dirty="0"/>
                  <a:t>: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iniziale</a:t>
                </a:r>
                <a:r>
                  <a:rPr lang="en-US" sz="1200" dirty="0"/>
                  <a:t> (∣00⟩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∣000⟩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 è un </a:t>
                </a:r>
                <a:r>
                  <a:rPr lang="en-US" sz="1200" dirty="0" err="1"/>
                  <a:t>autostato</a:t>
                </a:r>
                <a:r>
                  <a:rPr lang="en-US" sz="1200" dirty="0"/>
                  <a:t> di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infatti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grafici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partono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esattamente</a:t>
                </a:r>
                <a:r>
                  <a:rPr lang="en-US" sz="1200" dirty="0"/>
                  <a:t> da un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intero</a:t>
                </a:r>
                <a:r>
                  <a:rPr lang="en-US" sz="1200" dirty="0"/>
                  <a:t> (1.0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3.0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).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Per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&gt;0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l'Hamiltoniana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commuta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​ (è proprio il </a:t>
                </a:r>
                <a:r>
                  <a:rPr lang="en-US" sz="1200" dirty="0" err="1"/>
                  <a:t>termine</a:t>
                </a:r>
                <a:r>
                  <a:rPr lang="en-US" sz="1200" dirty="0"/>
                  <a:t> DM a </a:t>
                </a:r>
                <a:r>
                  <a:rPr lang="en-US" sz="1200" dirty="0" err="1"/>
                  <a:t>romperla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/>
                      <m:t>𝐷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collega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Quindi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evolve in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sovrapposizione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autostati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diversi</a:t>
                </a:r>
                <a:r>
                  <a:rPr lang="en-US" sz="1200" dirty="0"/>
                  <a:t>, 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i="1"/>
                        </m:ctrlPr>
                      </m:dPr>
                      <m:e>
                        <m:sSubSup>
                          <m:sSubSupPr>
                            <m:ctrlPr>
                              <a:rPr lang="en-US" sz="1200" i="1"/>
                            </m:ctrlPr>
                          </m:sSubSupPr>
                          <m:e>
                            <m:r>
                              <a:rPr lang="en-US" sz="1200" i="1"/>
                              <m:t>𝑆</m:t>
                            </m:r>
                          </m:e>
                          <m:sub>
                            <m:r>
                              <a:rPr lang="en-US" sz="1200" i="1"/>
                              <m:t>𝑧</m:t>
                            </m:r>
                          </m:sub>
                          <m:sup>
                            <m:r>
                              <a:rPr lang="en-US" sz="1200" i="1"/>
                              <m:t>𝑡𝑜𝑡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200" i="1"/>
                        </m:ctrlPr>
                      </m:dPr>
                      <m:e>
                        <m:r>
                          <a:rPr lang="en-US" sz="1200" i="1"/>
                          <m:t>𝑡</m:t>
                        </m:r>
                      </m:e>
                    </m:d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diventa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media </a:t>
                </a:r>
                <a:r>
                  <a:rPr lang="en-US" sz="1200" dirty="0" err="1"/>
                  <a:t>pesata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quei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valori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cambia con </a:t>
                </a:r>
                <a:r>
                  <a:rPr lang="en-US" sz="1200" dirty="0" err="1"/>
                  <a:t>continuità</a:t>
                </a:r>
                <a:r>
                  <a:rPr lang="en-US" sz="120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blipFill>
                <a:blip r:embed="rId6"/>
                <a:stretch>
                  <a:fillRect t="-389" r="-118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179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32</cp:revision>
  <dcterms:created xsi:type="dcterms:W3CDTF">2026-09-14T17:34:23Z</dcterms:created>
  <dcterms:modified xsi:type="dcterms:W3CDTF">2026-09-18T08:55:10Z</dcterms:modified>
</cp:coreProperties>
</file>